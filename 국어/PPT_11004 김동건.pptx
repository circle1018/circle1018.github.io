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48" r:id="rId1"/>
  </p:sldMasterIdLst>
  <p:notesMasterIdLst>
    <p:notesMasterId r:id="rId2"/>
  </p:notesMasterIdLst>
  <p:sldIdLst>
    <p:sldId id="279" r:id="rId3"/>
    <p:sldId id="280" r:id="rId4"/>
    <p:sldId id="281" r:id="rId5"/>
    <p:sldId id="282" r:id="rId6"/>
    <p:sldId id="283" r:id="rId7"/>
    <p:sldId id="284" r:id="rId8"/>
    <p:sldId id="285" r:id="rId9"/>
    <p:sldId id="286" r:id="rId10"/>
    <p:sldId id="287" r:id="rId11"/>
    <p:sldId id="289" r:id="rId12"/>
    <p:sldId id="292"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01A66EDD-3DAB-4C5B-A090-DC80EC1FD486}" styleName="Normal Style 1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lum val="90000"/>
            </a:schemeClr>
          </a:solidFill>
        </a:fill>
      </a:tcStyle>
    </a:wholeTbl>
    <a:band1H>
      <a:tcTxStyle/>
      <a:tcStyle>
        <a:tcBdr/>
        <a:fill>
          <a:solidFill>
            <a:schemeClr val="accent1">
              <a:lum val="80000"/>
            </a:schemeClr>
          </a:solidFill>
        </a:fill>
      </a:tcStyle>
    </a:band1H>
    <a:band2H>
      <a:tcTxStyle/>
      <a:tcStyle>
        <a:tcBdr/>
      </a:tcStyle>
    </a:band2H>
    <a:band1V>
      <a:tcTxStyle/>
      <a:tcStyle>
        <a:tcBdr/>
        <a:fill>
          <a:solidFill>
            <a:schemeClr val="accent1">
              <a:lum val="8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2579"/>
    <p:restoredTop sz="90000"/>
  </p:normalViewPr>
  <p:slideViewPr>
    <p:cSldViewPr snapToGrid="0" snapToObjects="1">
      <p:cViewPr varScale="1">
        <p:scale>
          <a:sx n="100" d="100"/>
          <a:sy n="100" d="100"/>
        </p:scale>
        <p:origin x="0" y="0"/>
      </p:cViewPr>
      <p:guideLst>
        <p:guide orient="horz" pos="2158"/>
        <p:guide pos="3838"/>
      </p:guideLst>
    </p:cSldViewPr>
  </p:slideViewPr>
  <p:notesTextViewPr>
    <p:cViewPr>
      <p:scale>
        <a:sx n="100" d="100"/>
        <a:sy n="100" d="100"/>
      </p:scale>
      <p:origin x="0" y="0"/>
    </p:cViewPr>
  </p:notesTextViewPr>
  <p:notesViewPr>
    <p:cSldViewPr snapToGrid="0" snapToObjects="1">
      <p:cViewPr varScale="1">
        <p:scale>
          <a:sx n="100" d="100"/>
          <a:sy n="100" d="100"/>
        </p:scale>
        <p:origin x="0" y="0"/>
      </p:cViewPr>
      <p:guideLst>
        <p:guide orient="horz" pos="2878"/>
        <p:guide pos="2158"/>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presProps" Target="presProps.xml"  /><Relationship Id="rId15" Type="http://schemas.openxmlformats.org/officeDocument/2006/relationships/viewProps" Target="viewProps.xml"  /><Relationship Id="rId16" Type="http://schemas.openxmlformats.org/officeDocument/2006/relationships/theme" Target="theme/theme1.xml"  /><Relationship Id="rId17"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diagrams/colors1.xml><?xml version="1.0" encoding="utf-8"?>
<dgm:colorsDef xmlns:r="http://schemas.openxmlformats.org/officeDocument/2006/relationships" xmlns:a="http://schemas.openxmlformats.org/drawingml/2006/main" xmlns:dgm="http://schemas.openxmlformats.org/drawingml/2006/diagram" xmlns:dsp="http://schemas.microsoft.com/office/drawing/2008/diagram" uniqueId="urn:hancom.com/office/diagram/2020/4/colors/span_5" minVer="http://schemas.openxmlformats.org/drawingml/2006/diagram">
  <dgm:title lang="ko-kr" val="점점 밝게 - 강조색 5"/>
  <dgm:desc val=""/>
  <dgm:catLst>
    <dgm:cat type="span" pri="13500"/>
  </dgm:catLst>
  <dgm:styleLbl name="alignAcc1">
    <dgm:fillClrLst meth="repeat">
      <a:schemeClr val="lt1">
        <a:alpha val="90000"/>
      </a:schemeClr>
    </dgm:fillClrLst>
    <dgm:linClrLst>
      <a:schemeClr val="accent5">
        <a:shade val="80000"/>
      </a:schemeClr>
      <a:schemeClr val="accent5">
        <a:tint val="75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a:schemeClr val="accent5">
        <a:tint val="75000"/>
      </a:schemeClr>
      <a:schemeClr val="accent5">
        <a:tint val="45000"/>
      </a:schemeClr>
    </dgm:fillClrLst>
    <dgm:linClrLst meth="repeat">
      <a:schemeClr val="lt1"/>
    </dgm:linClrLst>
    <dgm:effectClrLst/>
    <dgm:txLinClrLst/>
    <dgm:txFillClrLst meth="repeat">
      <a:schemeClr val="lt1"/>
    </dgm:txFillClrLst>
    <dgm:txEffectClrLst/>
  </dgm:styleLbl>
  <dgm:styleLbl name="alignNode1">
    <dgm:fillClrLst>
      <a:schemeClr val="accent5">
        <a:shade val="80000"/>
      </a:schemeClr>
      <a:schemeClr val="accent5">
        <a:tint val="75000"/>
      </a:schemeClr>
    </dgm:fillClrLst>
    <dgm:linClrLst>
      <a:schemeClr val="accent5">
        <a:shade val="80000"/>
      </a:schemeClr>
      <a:schemeClr val="accent5">
        <a:tint val="75000"/>
      </a:schemeClr>
    </dgm:linClrLst>
    <dgm:effectClrLst/>
    <dgm:txLinClrLst/>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a:schemeClr val="accent5">
        <a:shade val="80000"/>
      </a:schemeClr>
      <a:schemeClr val="accent5">
        <a:tint val="75000"/>
      </a:schemeClr>
    </dgm:fillClrLst>
    <dgm:linClrLst meth="repeat">
      <a:schemeClr val="lt1"/>
    </dgm:linClrLst>
    <dgm:effectClrLst/>
    <dgm:txLinClrLst/>
    <dgm:txFillClrLst/>
    <dgm:txEffectClrLst/>
  </dgm:styleLbl>
  <dgm:styleLbl name="asst2">
    <dgm:fillClrLst meth="repeat">
      <a:schemeClr val="accent5">
        <a:shade val="95000"/>
      </a:schemeClr>
    </dgm:fillClrLst>
    <dgm:linClrLst meth="repeat">
      <a:schemeClr val="lt1"/>
    </dgm:linClrLst>
    <dgm:effectClrLst/>
    <dgm:txLinClrLst/>
    <dgm:txFillClrLst/>
    <dgm:txEffectClrLst/>
  </dgm:styleLbl>
  <dgm:styleLbl name="asst3">
    <dgm:fillClrLst meth="repeat">
      <a:schemeClr val="accent5">
        <a:tint val="90000"/>
      </a:schemeClr>
    </dgm:fillClrLst>
    <dgm:linClrLst meth="repeat">
      <a:schemeClr val="lt1"/>
    </dgm:linClrLst>
    <dgm:effectClrLst/>
    <dgm:txLinClrLst/>
    <dgm:txFillClrLst/>
    <dgm:txEffectClrLst/>
  </dgm:styleLbl>
  <dgm:styleLbl name="asst4">
    <dgm:fillClrLst meth="repeat">
      <a:schemeClr val="accent5">
        <a:tint val="75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hade val="80000"/>
      </a:schemeClr>
      <a:schemeClr val="accent5">
        <a:tint val="75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a:schemeClr val="accent5">
        <a:tint val="75000"/>
      </a:schemeClr>
      <a:schemeClr val="accent5">
        <a:tint val="45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a:schemeClr val="accent5">
        <a:shade val="80000"/>
      </a:schemeClr>
      <a:schemeClr val="accent5">
        <a:tint val="75000"/>
      </a:schemeClr>
    </dgm:fillClrLst>
    <dgm:linClrLst>
      <a:schemeClr val="accent5">
        <a:shade val="80000"/>
      </a:schemeClr>
      <a:schemeClr val="accent5">
        <a:tint val="75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hade val="80000"/>
      </a:schemeClr>
      <a:schemeClr val="accent5">
        <a:tint val="75000"/>
      </a:schemeClr>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hade val="80000"/>
      </a:schemeClr>
      <a:schemeClr val="accent5">
        <a:tint val="7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shade val="95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5000"/>
      </a:schemeClr>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a:schemeClr val="accent5">
        <a:tint val="75000"/>
      </a:schemeClr>
      <a:schemeClr val="accent5">
        <a:tint val="45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a:schemeClr val="accent5">
        <a:shade val="80000"/>
      </a:schemeClr>
      <a:schemeClr val="accent5">
        <a:tint val="75000"/>
      </a:schemeClr>
    </dgm:fillClrLst>
    <dgm:linClrLst>
      <a:schemeClr val="accent5">
        <a:shade val="80000"/>
      </a:schemeClr>
      <a:schemeClr val="accent5">
        <a:tint val="75000"/>
      </a:schemeClr>
    </dgm:linClrLst>
    <dgm:effectClrLst/>
    <dgm:txLinClrLst/>
    <dgm:txFillClrLst/>
    <dgm:txEffectClrLst/>
  </dgm:styleLbl>
  <dgm:styleLbl name="lnNode1">
    <dgm:fillClrLst>
      <a:schemeClr val="accent5">
        <a:shade val="80000"/>
      </a:schemeClr>
      <a:schemeClr val="accent5">
        <a:tint val="75000"/>
      </a:schemeClr>
    </dgm:fillClrLst>
    <dgm:linClrLst meth="repeat">
      <a:schemeClr val="lt1"/>
    </dgm:linClrLst>
    <dgm:effectClrLst/>
    <dgm:txLinClrLst/>
    <dgm:txFillClrLst/>
    <dgm:txEffectClrLst/>
  </dgm:styleLbl>
  <dgm:styleLbl name="node0">
    <dgm:fillClrLs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5000"/>
      </a:schemeClr>
    </dgm:fillClrLst>
    <dgm:linClrLst meth="repeat">
      <a:schemeClr val="lt1"/>
    </dgm:linClrLst>
    <dgm:effectClrLst/>
    <dgm:txLinClrLst/>
    <dgm:txFillClrLst/>
    <dgm:txEffectClrLst/>
  </dgm:styleLbl>
  <dgm:styleLbl name="node2">
    <dgm:fillClrLst meth="repeat">
      <a:schemeClr val="accent5">
        <a:shade val="95000"/>
      </a:schemeClr>
    </dgm:fillClrLst>
    <dgm:linClrLst meth="repeat">
      <a:schemeClr val="lt1"/>
    </dgm:linClrLst>
    <dgm:effectClrLst/>
    <dgm:txLinClrLst/>
    <dgm:txFillClrLst/>
    <dgm:txEffectClrLst/>
  </dgm:styleLbl>
  <dgm:styleLbl name="node3">
    <dgm:fillClrLst meth="repeat">
      <a:schemeClr val="accent5">
        <a:tint val="90000"/>
      </a:schemeClr>
    </dgm:fillClrLst>
    <dgm:linClrLst meth="repeat">
      <a:schemeClr val="lt1"/>
    </dgm:linClrLst>
    <dgm:effectClrLst/>
    <dgm:txLinClrLst/>
    <dgm:txFillClrLst/>
    <dgm:txEffectClrLst/>
  </dgm:styleLbl>
  <dgm:styleLbl name="node4">
    <dgm:fillClrLst meth="repeat">
      <a:schemeClr val="accent5">
        <a:tint val="75000"/>
      </a:schemeClr>
    </dgm:fillClrLst>
    <dgm:linClrLst meth="repeat">
      <a:schemeClr val="lt1"/>
    </dgm:linClrLst>
    <dgm:effectClrLst/>
    <dgm:txLinClrLst/>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shade val="95000"/>
      </a:schemeClr>
    </dgm:fillClrLst>
    <dgm:linClrLst meth="repeat">
      <a:schemeClr val="accent5">
        <a:shade val="95000"/>
      </a:schemeClr>
    </dgm:linClrLst>
    <dgm:effectClrLst/>
    <dgm:txLinClrLst/>
    <dgm:txFillClrLst meth="repeat">
      <a:schemeClr val="tx1"/>
    </dgm:txFillClrLst>
    <dgm:txEffectClrLst/>
  </dgm:styleLbl>
  <dgm:styleLbl name="parChTrans1D3">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4">
    <dgm:fillClrLst meth="repeat">
      <a:schemeClr val="accent5">
        <a:tint val="75000"/>
      </a:schemeClr>
    </dgm:fillClrLst>
    <dgm:linClrLst meth="repeat">
      <a:schemeClr val="accent5">
        <a:tint val="75000"/>
      </a:schemeClr>
    </dgm:linClrLst>
    <dgm:effectClrLst/>
    <dgm:txLinClrLst/>
    <dgm:txFillClrLst meth="repeat">
      <a:schemeClr val="tx1"/>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meth="repeat">
      <a:schemeClr val="lt1"/>
    </dgm:txFillClrLst>
    <dgm:txEffectClrLst/>
  </dgm:styleLbl>
  <dgm:styleLbl name="parChTrans2D2">
    <dgm:fillClrLst meth="repeat">
      <a:schemeClr val="accent5">
        <a:shade val="95000"/>
      </a:schemeClr>
    </dgm:fillClrLst>
    <dgm:linClrLst meth="repeat">
      <a:schemeClr val="accent5">
        <a:shade val="95000"/>
      </a:schemeClr>
    </dgm:linClrLst>
    <dgm:effectClrLst/>
    <dgm:txLinClrLst/>
    <dgm:txFillClrLst meth="repeat">
      <a:schemeClr val="lt1"/>
    </dgm:txFillClrLst>
    <dgm:txEffectClrLst/>
  </dgm:styleLbl>
  <dgm:styleLbl name="parChTrans2D3">
    <dgm:fillClrLst meth="repeat">
      <a:schemeClr val="accent5">
        <a:tint val="90000"/>
      </a:schemeClr>
    </dgm:fillClrLst>
    <dgm:linClrLst meth="repeat">
      <a:schemeClr val="accent5">
        <a:tint val="90000"/>
      </a:schemeClr>
    </dgm:linClrLst>
    <dgm:effectClrLst/>
    <dgm:txLinClrLst/>
    <dgm:txFillClrLst meth="repeat">
      <a:schemeClr val="lt1"/>
    </dgm:txFillClrLst>
    <dgm:txEffectClrLst/>
  </dgm:styleLbl>
  <dgm:styleLbl name="parChTrans2D4">
    <dgm:fillClrLst meth="repeat">
      <a:schemeClr val="accent5">
        <a:tint val="75000"/>
      </a:schemeClr>
    </dgm:fillClrLst>
    <dgm:linClrLst meth="repeat">
      <a:schemeClr val="accent5">
        <a:tint val="75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5">
        <a:shade val="80000"/>
      </a:schemeClr>
      <a:schemeClr val="accent5">
        <a:tint val="75000"/>
      </a:schemeClr>
    </dgm:fillClrLst>
    <dgm:linClrLst>
      <a:schemeClr val="accent5">
        <a:shade val="80000"/>
      </a:schemeClr>
      <a:schemeClr val="accent5">
        <a:tint val="75000"/>
      </a:schemeClr>
    </dgm:linClrLst>
    <dgm:effectClrLst/>
    <dgm:txLinClrLst/>
    <dgm:txFillClrLst meth="repeat">
      <a:schemeClr val="tx1"/>
    </dgm:txFillClrLst>
    <dgm:txEffectClrLst/>
  </dgm:styleLbl>
  <dgm:styleLbl name="sibTrans2D1">
    <dgm:fillClrLst>
      <a:schemeClr val="accent5">
        <a:shade val="80000"/>
      </a:schemeClr>
      <a:schemeClr val="accent5">
        <a:tint val="75000"/>
      </a:schemeClr>
    </dgm:fillClrLst>
    <dgm:linClrLst>
      <a:schemeClr val="accent5">
        <a:shade val="80000"/>
      </a:schemeClr>
      <a:schemeClr val="accent5">
        <a:tint val="75000"/>
      </a:schemeClr>
    </dgm:linClrLst>
    <dgm:effectClrLst/>
    <dgm:txLinClrLst/>
    <dgm:txFillClrLst/>
    <dgm:txEffectClrLst/>
  </dgm:styleLbl>
  <dgm:styleLbl name="solidAlignAcc1">
    <dgm:fillClrLst meth="repeat">
      <a:schemeClr val="lt1"/>
    </dgm:fillClrLst>
    <dgm:linClrLst>
      <a:schemeClr val="accent5">
        <a:shade val="80000"/>
      </a:schemeClr>
      <a:schemeClr val="accent5">
        <a:tint val="75000"/>
      </a:schemeClr>
    </dgm:linClrLst>
    <dgm:effectClrLst/>
    <dgm:txLinClrLst/>
    <dgm:txFillClrLst meth="repeat">
      <a:schemeClr val="dk1"/>
    </dgm:txFillClrLst>
    <dgm:txEffectClrLst/>
  </dgm:styleLbl>
  <dgm:styleLbl name="solidBgAcc1">
    <dgm:fillClrLst meth="repeat">
      <a:schemeClr val="lt1"/>
    </dgm:fillClrLst>
    <dgm:linClrLst>
      <a:schemeClr val="accent5">
        <a:shade val="80000"/>
      </a:schemeClr>
      <a:schemeClr val="accent5">
        <a:tint val="75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5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shade val="80000"/>
      </a:schemeClr>
      <a:schemeClr val="accent5">
        <a:tint val="75000"/>
      </a:schemeClr>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hade val="80000"/>
      </a:schemeClr>
      <a:schemeClr val="accent5">
        <a:alpha val="50000"/>
        <a:tint val="75000"/>
      </a:schemeClr>
    </dgm:fillClrLst>
    <dgm:linClrLst meth="repeat">
      <a:schemeClr val="lt1"/>
    </dgm:linClrLst>
    <dgm:effectClrLst/>
    <dgm:txLinClrLst/>
    <dgm:txFillClrLst/>
    <dgm:txEffectClrLst/>
  </dgm:styleLbl>
</dgm:colorsDef>
</file>

<file path=ppt/diagrams/data1.xml><?xml version="1.0" encoding="utf-8"?>
<dgm:dataModel xmlns:r="http://schemas.openxmlformats.org/officeDocument/2006/relationships" xmlns:a="http://schemas.openxmlformats.org/drawingml/2006/main" xmlns:dgm="http://schemas.openxmlformats.org/drawingml/2006/diagram" xmlns:dsp="http://schemas.microsoft.com/office/drawing/2008/diagram">
  <dgm:ptLst>
    <dgm:pt modelId="{0E29E054-1C4B-4046-8795-946D0E4BEC96}" type="doc">
      <dgm:prSet loTypeId="urn:hancom.com/office/diagram/2022/3/layout/venn_1" loCatId="relationship" qsTypeId="urn:hancom.com/office/diagram/2020/4/quickstyle/fill_1" qsCatId="simple" csTypeId="urn:hancom.com/office/diagram/2020/4/colors/span_5" csCatId="span" phldr="1"/>
      <dgm:spPr/>
      <dgm:t>
        <a:bodyPr/>
        <a:lstStyle/>
        <a:p>
          <a:pPr latinLnBrk="1"/>
          <a:endParaRPr lang="ko-KR" altLang="en-US"/>
        </a:p>
      </dgm:t>
    </dgm:pt>
    <dgm:pt modelId="{3647D6DA-9636-4C13-8868-C3DD35F3E771}">
      <dgm:prSet phldrT="[내용]">
        <dgm:style>
          <a:lnRef idx="2">
            <a:schemeClr val="accent1">
              <a:shade val="20000"/>
            </a:schemeClr>
          </a:lnRef>
          <a:fillRef idx="1">
            <a:schemeClr val="accent1"/>
          </a:fillRef>
          <a:effectRef idx="0">
            <a:schemeClr val="accent1"/>
          </a:effectRef>
          <a:fontRef idx="minor">
            <a:schemeClr val="lt1"/>
          </a:fontRef>
        </dgm:style>
      </dgm:prSet>
      <dgm:spPr>
        <a:ln>
          <a:noFill/>
        </a:ln>
      </dgm:spPr>
      <dgm:t>
        <a:bodyPr/>
        <a:lstStyle/>
        <a:p>
          <a:pPr latinLnBrk="1"/>
          <a:r>
            <a:rPr lang="ko-KR" altLang="en-US" dirty="0"/>
            <a:t>작가 맥락</a:t>
          </a:r>
          <a:endParaRPr lang="ko-KR" altLang="en-US" dirty="0"/>
        </a:p>
      </dgm:t>
    </dgm:pt>
    <dgm:pt modelId="{D030C84C-9FA5-4506-81BF-C503757AC05E}" type="parTrans" cxnId="{EB034546-49A9-4413-B4E0-9F644EDC6649}">
      <dgm:prSet/>
      <dgm:spPr/>
      <dgm:t>
        <a:bodyPr/>
        <a:lstStyle/>
        <a:p>
          <a:pPr latinLnBrk="1"/>
          <a:endParaRPr lang="ko-KR" altLang="en-US"/>
        </a:p>
      </dgm:t>
    </dgm:pt>
    <dgm:pt modelId="{BDFF3780-59BB-4F66-A739-01A8FA202E36}" type="sibTrans" cxnId="{EB034546-49A9-4413-B4E0-9F644EDC6649}">
      <dgm:prSet/>
      <dgm:spPr/>
      <dgm:t>
        <a:bodyPr/>
        <a:lstStyle/>
        <a:p>
          <a:pPr latinLnBrk="1"/>
          <a:endParaRPr lang="ko-KR" altLang="en-US"/>
        </a:p>
      </dgm:t>
    </dgm:pt>
    <dgm:pt modelId="{848D646A-8202-49E7-95FF-D50D23D8310D}">
      <dgm:prSet phldrT="[내용]"/>
      <dgm:spPr/>
      <dgm:t>
        <a:bodyPr/>
        <a:lstStyle/>
        <a:p>
          <a:pPr latinLnBrk="1"/>
          <a:r>
            <a:rPr lang="ko-KR" altLang="en-US" b="0" dirty="0">
              <a:latin typeface="+mn-ea"/>
              <a:ea typeface="+mn-ea"/>
            </a:rPr>
            <a:t>사회·문화적</a:t>
          </a:r>
          <a:endParaRPr lang="ko-KR" altLang="en-US" b="0" dirty="0">
            <a:latin typeface="+mn-ea"/>
            <a:ea typeface="+mn-ea"/>
          </a:endParaRPr>
        </a:p>
        <a:p>
          <a:pPr latinLnBrk="1"/>
          <a:r>
            <a:rPr lang="ko-KR" altLang="en-US" b="0" dirty="0">
              <a:latin typeface="+mn-ea"/>
              <a:ea typeface="+mn-ea"/>
            </a:rPr>
            <a:t>맥락</a:t>
          </a:r>
          <a:endParaRPr lang="ko-KR" altLang="en-US" b="0" dirty="0">
            <a:latin typeface="+mn-ea"/>
            <a:ea typeface="+mn-ea"/>
          </a:endParaRPr>
        </a:p>
      </dgm:t>
    </dgm:pt>
    <dgm:pt modelId="{F44D2A10-9FFE-4073-9DA0-827DCE71BD8E}" type="parTrans" cxnId="{6A77D178-925F-48CF-82C3-209DCB5A5735}">
      <dgm:prSet/>
      <dgm:spPr/>
      <dgm:t>
        <a:bodyPr/>
        <a:lstStyle/>
        <a:p>
          <a:pPr latinLnBrk="1"/>
          <a:endParaRPr lang="ko-KR" altLang="en-US"/>
        </a:p>
      </dgm:t>
    </dgm:pt>
    <dgm:pt modelId="{98FFE259-F600-4AEE-80A2-6779AD18C462}" type="sibTrans" cxnId="{6A77D178-925F-48CF-82C3-209DCB5A5735}">
      <dgm:prSet/>
      <dgm:spPr/>
      <dgm:t>
        <a:bodyPr/>
        <a:lstStyle/>
        <a:p>
          <a:pPr latinLnBrk="1"/>
          <a:endParaRPr lang="ko-KR" altLang="en-US"/>
        </a:p>
      </dgm:t>
    </dgm:pt>
    <dgm:pt modelId="{4E7FCE4A-FCA4-4864-8214-852319E5C033}">
      <dgm:prSet phldrT="[내용]"/>
      <dgm:spPr/>
      <dgm:t>
        <a:bodyPr/>
        <a:lstStyle/>
        <a:p>
          <a:pPr latinLnBrk="1"/>
          <a:r>
            <a:rPr lang="ko-KR" altLang="en-US" b="0" dirty="0">
              <a:latin typeface="+mn-ea"/>
              <a:ea typeface="+mn-ea"/>
            </a:rPr>
            <a:t>문학사적</a:t>
          </a:r>
          <a:endParaRPr lang="ko-KR" altLang="en-US" b="0" dirty="0">
            <a:latin typeface="+mn-ea"/>
            <a:ea typeface="+mn-ea"/>
          </a:endParaRPr>
        </a:p>
        <a:p>
          <a:pPr latinLnBrk="1"/>
          <a:r>
            <a:rPr lang="ko-KR" altLang="en-US" b="0" dirty="0">
              <a:latin typeface="+mn-ea"/>
              <a:ea typeface="+mn-ea"/>
            </a:rPr>
            <a:t>맥락</a:t>
          </a:r>
          <a:endParaRPr lang="ko-KR" altLang="en-US" b="0" dirty="0">
            <a:latin typeface="+mn-ea"/>
            <a:ea typeface="+mn-ea"/>
          </a:endParaRPr>
        </a:p>
      </dgm:t>
    </dgm:pt>
    <dgm:pt modelId="{3F9B73DA-E8C6-4F6F-B1E1-DBC76B848D00}" type="parTrans" cxnId="{437AF20D-BAA6-4D06-BAFC-95275C04D15B}">
      <dgm:prSet/>
      <dgm:spPr/>
      <dgm:t>
        <a:bodyPr/>
        <a:lstStyle/>
        <a:p>
          <a:pPr latinLnBrk="1"/>
          <a:endParaRPr lang="ko-KR" altLang="en-US"/>
        </a:p>
      </dgm:t>
    </dgm:pt>
    <dgm:pt modelId="{19DD968A-31A6-497E-B172-47B08A1A20AB}" type="sibTrans" cxnId="{437AF20D-BAA6-4D06-BAFC-95275C04D15B}">
      <dgm:prSet/>
      <dgm:spPr/>
      <dgm:t>
        <a:bodyPr/>
        <a:lstStyle/>
        <a:p>
          <a:pPr latinLnBrk="1"/>
          <a:endParaRPr lang="ko-KR" altLang="en-US"/>
        </a:p>
      </dgm:t>
    </dgm:pt>
    <dgm:pt modelId="{7DE36BC5-D85A-5847-8C4A-31F3A3703D86}">
      <dgm:prSet/>
      <dgm:spPr/>
      <dgm:t>
        <a:bodyPr/>
        <a:lstStyle/>
        <a:p>
          <a:pPr latinLnBrk="1"/>
          <a:r>
            <a:rPr lang="ko-KR" altLang="en-US" b="0" dirty="0">
              <a:latin typeface="+mn-ea"/>
              <a:ea typeface="+mn-ea"/>
            </a:rPr>
            <a:t>독자 맥락</a:t>
          </a:r>
          <a:endParaRPr lang="ko-KR" altLang="en-US" b="0" dirty="0">
            <a:latin typeface="+mn-ea"/>
            <a:ea typeface="+mn-ea"/>
          </a:endParaRPr>
        </a:p>
      </dgm:t>
    </dgm:pt>
    <dgm:pt modelId="{82B396A6-83E3-7644-A6C2-904EF7D4DB63}" type="parTrans" cxnId="{1B74FEEA-02B3-1742-80CA-711111225668}">
      <dgm:prSet/>
      <dgm:spPr/>
      <dgm:t>
        <a:bodyPr/>
        <a:lstStyle/>
        <a:p>
          <a:pPr latinLnBrk="1"/>
          <a:endParaRPr lang="ko-KR" altLang="en-US"/>
        </a:p>
      </dgm:t>
    </dgm:pt>
    <dgm:pt modelId="{D43FF07B-E7FC-5743-9C9D-8F002C82EDD2}" type="sibTrans" cxnId="{1B74FEEA-02B3-1742-80CA-711111225668}">
      <dgm:prSet/>
      <dgm:spPr/>
      <dgm:t>
        <a:bodyPr/>
        <a:lstStyle/>
        <a:p>
          <a:pPr latinLnBrk="1"/>
          <a:endParaRPr lang="ko-KR" altLang="en-US"/>
        </a:p>
      </dgm:t>
    </dgm:pt>
    <dgm:pt modelId="{C90A8A84-F76D-4D1A-90CE-CAF8D64474E1}" type="pres">
      <dgm:prSet presAssocID="{0E29E054-1C4B-4046-8795-946D0E4BEC96}" presName="diagram" presStyleCnt="0">
        <dgm:presLayoutVars>
          <dgm:dir/>
          <dgm:resizeHandles val="exact"/>
        </dgm:presLayoutVars>
      </dgm:prSet>
      <dgm:spPr/>
    </dgm:pt>
    <dgm:pt modelId="{BC2D197B-1FE4-4A40-84AB-E8B112FF8099}" type="pres">
      <dgm:prSet presAssocID="{3647D6DA-9636-4C13-8868-C3DD35F3E771}" presName="node" presStyleLbl="vennNode1" presStyleIdx="0" presStyleCnt="4">
        <dgm:presLayoutVars>
          <dgm:bulletEnabled val="1"/>
        </dgm:presLayoutVars>
      </dgm:prSet>
      <dgm:spPr/>
    </dgm:pt>
    <dgm:pt modelId="{ACC3178D-84C3-4D16-9D5D-E4858C69520A}" type="pres">
      <dgm:prSet presAssocID="{BDFF3780-59BB-4F66-A739-01A8FA202E36}" presName="space" presStyleCnt="0"/>
      <dgm:spPr/>
    </dgm:pt>
    <dgm:pt modelId="{6B7166F8-6BAF-454C-A7CD-669EA24A6F80}" type="pres">
      <dgm:prSet presAssocID="{848D646A-8202-49E7-95FF-D50D23D8310D}" presName="node" presStyleLbl="vennNode1" presStyleIdx="1" presStyleCnt="4">
        <dgm:presLayoutVars>
          <dgm:bulletEnabled val="1"/>
        </dgm:presLayoutVars>
      </dgm:prSet>
      <dgm:spPr/>
    </dgm:pt>
    <dgm:pt modelId="{CFF799B5-C167-41C3-9998-38FD8A90FDB3}" type="pres">
      <dgm:prSet presAssocID="{98FFE259-F600-4AEE-80A2-6779AD18C462}" presName="space" presStyleCnt="0"/>
      <dgm:spPr/>
    </dgm:pt>
    <dgm:pt modelId="{125A02CA-0189-480B-B754-06EC0C8438F2}" type="pres">
      <dgm:prSet presAssocID="{4E7FCE4A-FCA4-4864-8214-852319E5C033}" presName="node" presStyleLbl="vennNode1" presStyleIdx="2" presStyleCnt="4">
        <dgm:presLayoutVars>
          <dgm:bulletEnabled val="1"/>
        </dgm:presLayoutVars>
      </dgm:prSet>
      <dgm:spPr/>
    </dgm:pt>
    <dgm:pt modelId="{89742199-DFD5-3D4A-908B-E0A0B1CE9943}" type="pres">
      <dgm:prSet presAssocID="{19DD968A-31A6-497E-B172-47B08A1A20AB}" presName="space" presStyleCnt="0"/>
      <dgm:spPr/>
    </dgm:pt>
    <dgm:pt modelId="{F807CD86-41C3-A04F-97BF-9E06BDC290D5}" type="pres">
      <dgm:prSet presAssocID="{7DE36BC5-D85A-5847-8C4A-31F3A3703D86}" presName="node" presStyleLbl="vennNode1" presStyleIdx="3" presStyleCnt="4">
        <dgm:presLayoutVars>
          <dgm:bulletEnabled val="1"/>
        </dgm:presLayoutVars>
      </dgm:prSet>
      <dgm:spPr/>
    </dgm:pt>
  </dgm:ptLst>
  <dgm:cxnLst>
    <dgm:cxn modelId="{EB034546-49A9-4413-B4E0-9F644EDC6649}" srcId="{0E29E054-1C4B-4046-8795-946D0E4BEC96}" destId="{3647D6DA-9636-4C13-8868-C3DD35F3E771}" srcOrd="0" destOrd="0" parTransId="{D030C84C-9FA5-4506-81BF-C503757AC05E}" sibTransId="{BDFF3780-59BB-4F66-A739-01A8FA202E36}"/>
    <dgm:cxn modelId="{6A77D178-925F-48CF-82C3-209DCB5A5735}" srcId="{0E29E054-1C4B-4046-8795-946D0E4BEC96}" destId="{848D646A-8202-49E7-95FF-D50D23D8310D}" srcOrd="1" destOrd="0" parTransId="{F44D2A10-9FFE-4073-9DA0-827DCE71BD8E}" sibTransId="{98FFE259-F600-4AEE-80A2-6779AD18C462}"/>
    <dgm:cxn modelId="{437AF20D-BAA6-4D06-BAFC-95275C04D15B}" srcId="{0E29E054-1C4B-4046-8795-946D0E4BEC96}" destId="{4E7FCE4A-FCA4-4864-8214-852319E5C033}" srcOrd="2" destOrd="0" parTransId="{3F9B73DA-E8C6-4F6F-B1E1-DBC76B848D00}" sibTransId="{19DD968A-31A6-497E-B172-47B08A1A20AB}"/>
    <dgm:cxn modelId="{1B74FEEA-02B3-1742-80CA-711111225668}" srcId="{0E29E054-1C4B-4046-8795-946D0E4BEC96}" destId="{7DE36BC5-D85A-5847-8C4A-31F3A3703D86}" srcOrd="3" destOrd="0" parTransId="{82B396A6-83E3-7644-A6C2-904EF7D4DB63}" sibTransId="{D43FF07B-E7FC-5743-9C9D-8F002C82EDD2}"/>
    <dgm:cxn modelId="{BA551C67-31C5-4187-8A9C-98F6F2D3B2A3}" type="presParOf" srcId="{C90A8A84-F76D-4D1A-90CE-CAF8D64474E1}" destId="{BC2D197B-1FE4-4A40-84AB-E8B112FF8099}" srcOrd="0" destOrd="0" presId="urn:hancom.com/office/diagram/2022/3/layout/venn_1"/>
    <dgm:cxn modelId="{E7958682-07AC-4D15-82DD-C04EBBD7D5AD}" type="presParOf" srcId="{C90A8A84-F76D-4D1A-90CE-CAF8D64474E1}" destId="{ACC3178D-84C3-4D16-9D5D-E4858C69520A}" srcOrd="1" destOrd="0" presId="urn:hancom.com/office/diagram/2022/3/layout/venn_1"/>
    <dgm:cxn modelId="{E566AD75-89F2-48FD-83F4-F6AB30BFCA74}" type="presParOf" srcId="{C90A8A84-F76D-4D1A-90CE-CAF8D64474E1}" destId="{6B7166F8-6BAF-454C-A7CD-669EA24A6F80}" srcOrd="2" destOrd="0" presId="urn:hancom.com/office/diagram/2022/3/layout/venn_1"/>
    <dgm:cxn modelId="{0D880EEE-4450-4967-AAC1-09CDA9318A36}" type="presParOf" srcId="{C90A8A84-F76D-4D1A-90CE-CAF8D64474E1}" destId="{CFF799B5-C167-41C3-9998-38FD8A90FDB3}" srcOrd="3" destOrd="0" presId="urn:hancom.com/office/diagram/2022/3/layout/venn_1"/>
    <dgm:cxn modelId="{DF1F2D91-2D24-4B63-A272-B3855BFCC783}" type="presParOf" srcId="{C90A8A84-F76D-4D1A-90CE-CAF8D64474E1}" destId="{125A02CA-0189-480B-B754-06EC0C8438F2}" srcOrd="4" destOrd="0" presId="urn:hancom.com/office/diagram/2022/3/layout/venn_1"/>
    <dgm:cxn modelId="{7C0978A2-81AC-A94D-A1EF-661EE9AC6132}" type="presParOf" srcId="{C90A8A84-F76D-4D1A-90CE-CAF8D64474E1}" destId="{89742199-DFD5-3D4A-908B-E0A0B1CE9943}" srcOrd="5" destOrd="0" presId="urn:hancom.com/office/diagram/2022/3/layout/venn_1"/>
    <dgm:cxn modelId="{570313B7-C2B6-D146-B661-2B8D4E9473D8}" type="presParOf" srcId="{C90A8A84-F76D-4D1A-90CE-CAF8D64474E1}" destId="{F807CD86-41C3-A04F-97BF-9E06BDC290D5}" srcOrd="6" destOrd="0" presId="urn:hancom.com/office/diagram/2022/3/layout/venn_1"/>
    <dgm:cxn modelId="{3B0A9679-10F0-4FF3-86E1-B3F71B284B1C}" type="presOf" srcId="{0E29E054-1C4B-4046-8795-946D0E4BEC96}" destId="{C90A8A84-F76D-4D1A-90CE-CAF8D64474E1}" srcOrd="0" destOrd="0" presId="urn:hancom.com/office/diagram/2022/3/layout/venn_1"/>
    <dgm:cxn modelId="{85CE1A47-4653-404C-ABA6-1D113E1165D1}" type="presOf" srcId="{3647D6DA-9636-4C13-8868-C3DD35F3E771}" destId="{BC2D197B-1FE4-4A40-84AB-E8B112FF8099}" srcOrd="0" destOrd="0" presId="urn:hancom.com/office/diagram/2022/3/layout/venn_1"/>
    <dgm:cxn modelId="{32006D6E-A4D9-4DFD-AB5E-4081BF7577EC}" type="presOf" srcId="{848D646A-8202-49E7-95FF-D50D23D8310D}" destId="{6B7166F8-6BAF-454C-A7CD-669EA24A6F80}" srcOrd="0" destOrd="0" presId="urn:hancom.com/office/diagram/2022/3/layout/venn_1"/>
    <dgm:cxn modelId="{658D4E8B-D409-4269-96C9-A404E0332CC5}" type="presOf" srcId="{4E7FCE4A-FCA4-4864-8214-852319E5C033}" destId="{125A02CA-0189-480B-B754-06EC0C8438F2}" srcOrd="0" destOrd="0" presId="urn:hancom.com/office/diagram/2022/3/layout/venn_1"/>
    <dgm:cxn modelId="{E0AC6FB6-5842-0B48-BEE3-040009F0B1E6}" type="presOf" srcId="{7DE36BC5-D85A-5847-8C4A-31F3A3703D86}" destId="{F807CD86-41C3-A04F-97BF-9E06BDC290D5}" srcOrd="0" destOrd="0" presId="urn:hancom.com/office/diagram/2022/3/layout/venn_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r="http://schemas.openxmlformats.org/officeDocument/2006/relationships" xmlns:a="http://schemas.openxmlformats.org/drawingml/2006/main" xmlns:dgm="http://schemas.openxmlformats.org/drawingml/2006/diagram" xmlns:dsp="http://schemas.microsoft.com/office/drawing/2008/diagram">
  <dsp:spTree>
    <dsp:nvGrpSpPr>
      <dsp:cNvPr id="0" name=""/>
      <dsp:cNvGrpSpPr/>
    </dsp:nvGrpSpPr>
    <dsp:grpSpPr/>
    <dsp:sp modelId="{BC2D197B-1FE4-4A40-84AB-E8B112FF8099}">
      <dsp:nvSpPr>
        <dsp:cNvPr id="0" name=""/>
        <dsp:cNvSpPr/>
      </dsp:nvSpPr>
      <dsp:spPr>
        <a:xfrm>
          <a:off x="210905" y="0"/>
          <a:ext cx="1870066" cy="1870066"/>
        </a:xfrm>
        <a:prstGeom prst="ellipse">
          <a:avLst/>
        </a:prstGeom>
        <a:ln>
          <a:noFill/>
        </a:ln>
      </dsp:spPr>
      <dsp:style>
        <a:lnRef idx="2">
          <a:schemeClr val="accent1">
            <a:shade val="20000"/>
          </a:schemeClr>
        </a:lnRef>
        <a:fillRef idx="1">
          <a:schemeClr val="accent1"/>
        </a:fillRef>
        <a:effectRef idx="0">
          <a:schemeClr val="accent1"/>
        </a:effectRef>
        <a:fontRef idx="minor">
          <a:schemeClr val="lt1"/>
        </a:fontRef>
      </dsp:style>
      <dsp:txBody>
        <a:bodyPr vert="horz" lIns="90678" tIns="168401" rIns="90678" bIns="129540" anchor="ctr" anchorCtr="0"/>
        <a:lstStyle/>
        <a:p>
          <a:pPr lvl="0" algn="ctr" latinLnBrk="1">
            <a:lnSpc>
              <a:spcPct val="120000"/>
            </a:lnSpc>
            <a:spcAft>
              <a:spcPct val="35000"/>
            </a:spcAft>
          </a:pPr>
          <a:r>
            <a:rPr lang="ko-KR" altLang="en-US" sz="1700" dirty="0">
              <a:solidFill>
                <a:schemeClr val="lt1"/>
              </a:solidFill>
              <a:latin typeface="Calibri"/>
              <a:ea typeface="맑은 고딕"/>
            </a:rPr>
            <a:t>작가 맥락</a:t>
          </a:r>
          <a:endParaRPr lang="ko-KR" altLang="en-US" sz="1700" dirty="0">
            <a:solidFill>
              <a:schemeClr val="lt1"/>
            </a:solidFill>
            <a:latin typeface="Calibri"/>
            <a:ea typeface="맑은 고딕"/>
          </a:endParaRPr>
        </a:p>
      </dsp:txBody>
      <dsp:txXfrm>
        <a:off x="484770" y="273864"/>
        <a:ext cx="1322336" cy="1322336"/>
      </dsp:txXfrm>
    </dsp:sp>
    <dsp:sp modelId="{6B7166F8-6BAF-454C-A7CD-669EA24A6F80}">
      <dsp:nvSpPr>
        <dsp:cNvPr id="0" name=""/>
        <dsp:cNvSpPr/>
      </dsp:nvSpPr>
      <dsp:spPr>
        <a:xfrm>
          <a:off x="1847213" y="0"/>
          <a:ext cx="1870066" cy="1870066"/>
        </a:xfrm>
        <a:prstGeom prst="ellipse">
          <a:avLst/>
        </a:prstGeom>
      </dsp:spPr>
      <dsp:style>
        <a:lnRef idx="2">
          <a:schemeClr val="lt1"/>
        </a:lnRef>
        <a:fillRef idx="1">
          <a:schemeClr val="accent5">
            <a:alpha val="50000"/>
            <a:shade val="80000"/>
            <a:hueOff val="-46153"/>
            <a:satOff val="2575"/>
            <a:lumOff val="3987"/>
            <a:alphaOff val="0"/>
          </a:schemeClr>
        </a:fillRef>
        <a:effectRef idx="0">
          <a:srgbClr val="000000"/>
        </a:effectRef>
        <a:fontRef idx="minor">
          <a:schemeClr val="tx1"/>
        </a:fontRef>
      </dsp:style>
      <dsp:txBody>
        <a:bodyPr vert="horz" lIns="90678" tIns="168401" rIns="90678" bIns="129540" anchor="ctr" anchorCtr="0"/>
        <a:lstStyle/>
        <a:p>
          <a:pPr lvl="0" algn="ctr" latinLnBrk="1">
            <a:lnSpc>
              <a:spcPct val="120000"/>
            </a:lnSpc>
            <a:spcAft>
              <a:spcPct val="35000"/>
            </a:spcAft>
          </a:pPr>
          <a:r>
            <a:rPr lang="ko-KR" altLang="en-US" sz="1700" b="0" dirty="0">
              <a:solidFill>
                <a:schemeClr val="tx1"/>
              </a:solidFill>
              <a:latin typeface="+mn-ea"/>
              <a:ea typeface="+mn-ea"/>
            </a:rPr>
            <a:t>사회·문화적</a:t>
          </a:r>
          <a:endParaRPr lang="ko-KR" altLang="en-US" sz="1700" b="0" dirty="0">
            <a:solidFill>
              <a:schemeClr val="tx1"/>
            </a:solidFill>
            <a:latin typeface="+mn-ea"/>
            <a:ea typeface="+mn-ea"/>
          </a:endParaRPr>
        </a:p>
        <a:p>
          <a:pPr lvl="0" algn="ctr" latinLnBrk="1">
            <a:lnSpc>
              <a:spcPct val="120000"/>
            </a:lnSpc>
            <a:spcAft>
              <a:spcPct val="35000"/>
            </a:spcAft>
          </a:pPr>
          <a:r>
            <a:rPr lang="ko-KR" altLang="en-US" sz="1700" b="0" dirty="0">
              <a:solidFill>
                <a:schemeClr val="tx1"/>
              </a:solidFill>
              <a:latin typeface="+mn-ea"/>
              <a:ea typeface="+mn-ea"/>
            </a:rPr>
            <a:t>맥락</a:t>
          </a:r>
          <a:endParaRPr lang="ko-KR" altLang="en-US" sz="1700" b="0" dirty="0">
            <a:solidFill>
              <a:schemeClr val="tx1"/>
            </a:solidFill>
            <a:latin typeface="+mn-ea"/>
            <a:ea typeface="+mn-ea"/>
          </a:endParaRPr>
        </a:p>
      </dsp:txBody>
      <dsp:txXfrm>
        <a:off x="2121078" y="273864"/>
        <a:ext cx="1322336" cy="1322336"/>
      </dsp:txXfrm>
    </dsp:sp>
    <dsp:sp modelId="{125A02CA-0189-480B-B754-06EC0C8438F2}">
      <dsp:nvSpPr>
        <dsp:cNvPr id="0" name=""/>
        <dsp:cNvSpPr/>
      </dsp:nvSpPr>
      <dsp:spPr>
        <a:xfrm>
          <a:off x="3483521" y="0"/>
          <a:ext cx="1870066" cy="1870066"/>
        </a:xfrm>
        <a:prstGeom prst="ellipse">
          <a:avLst/>
        </a:prstGeom>
      </dsp:spPr>
      <dsp:style>
        <a:lnRef idx="2">
          <a:schemeClr val="lt1"/>
        </a:lnRef>
        <a:fillRef idx="1">
          <a:schemeClr val="accent5">
            <a:alpha val="50000"/>
            <a:shade val="80000"/>
            <a:hueOff val="-92307"/>
            <a:satOff val="5151"/>
            <a:lumOff val="7974"/>
            <a:alphaOff val="0"/>
          </a:schemeClr>
        </a:fillRef>
        <a:effectRef idx="0">
          <a:srgbClr val="000000"/>
        </a:effectRef>
        <a:fontRef idx="minor">
          <a:schemeClr val="tx1"/>
        </a:fontRef>
      </dsp:style>
      <dsp:txBody>
        <a:bodyPr vert="horz" lIns="90678" tIns="168401" rIns="90678" bIns="129540" anchor="ctr" anchorCtr="0"/>
        <a:lstStyle/>
        <a:p>
          <a:pPr lvl="0" algn="ctr" latinLnBrk="1">
            <a:lnSpc>
              <a:spcPct val="120000"/>
            </a:lnSpc>
            <a:spcAft>
              <a:spcPct val="35000"/>
            </a:spcAft>
          </a:pPr>
          <a:r>
            <a:rPr lang="ko-KR" altLang="en-US" sz="1700" b="0" dirty="0">
              <a:solidFill>
                <a:schemeClr val="tx1"/>
              </a:solidFill>
              <a:latin typeface="+mn-ea"/>
              <a:ea typeface="+mn-ea"/>
            </a:rPr>
            <a:t>문학사적</a:t>
          </a:r>
          <a:endParaRPr lang="ko-KR" altLang="en-US" sz="1700" b="0" dirty="0">
            <a:solidFill>
              <a:schemeClr val="tx1"/>
            </a:solidFill>
            <a:latin typeface="+mn-ea"/>
            <a:ea typeface="+mn-ea"/>
          </a:endParaRPr>
        </a:p>
        <a:p>
          <a:pPr lvl="0" algn="ctr" latinLnBrk="1">
            <a:lnSpc>
              <a:spcPct val="120000"/>
            </a:lnSpc>
            <a:spcAft>
              <a:spcPct val="35000"/>
            </a:spcAft>
          </a:pPr>
          <a:r>
            <a:rPr lang="ko-KR" altLang="en-US" sz="1700" b="0" dirty="0">
              <a:solidFill>
                <a:schemeClr val="tx1"/>
              </a:solidFill>
              <a:latin typeface="+mn-ea"/>
              <a:ea typeface="+mn-ea"/>
            </a:rPr>
            <a:t>맥락</a:t>
          </a:r>
          <a:endParaRPr lang="ko-KR" altLang="en-US" sz="1700" b="0" dirty="0">
            <a:solidFill>
              <a:schemeClr val="tx1"/>
            </a:solidFill>
            <a:latin typeface="+mn-ea"/>
            <a:ea typeface="+mn-ea"/>
          </a:endParaRPr>
        </a:p>
      </dsp:txBody>
      <dsp:txXfrm>
        <a:off x="3757386" y="273864"/>
        <a:ext cx="1322336" cy="1322336"/>
      </dsp:txXfrm>
    </dsp:sp>
    <dsp:sp modelId="{F807CD86-41C3-A04F-97BF-9E06BDC290D5}">
      <dsp:nvSpPr>
        <dsp:cNvPr id="0" name=""/>
        <dsp:cNvSpPr/>
      </dsp:nvSpPr>
      <dsp:spPr>
        <a:xfrm>
          <a:off x="5119829" y="0"/>
          <a:ext cx="1870066" cy="1870066"/>
        </a:xfrm>
        <a:prstGeom prst="ellipse">
          <a:avLst/>
        </a:prstGeom>
      </dsp:spPr>
      <dsp:style>
        <a:lnRef idx="2">
          <a:schemeClr val="lt1"/>
        </a:lnRef>
        <a:fillRef idx="1">
          <a:schemeClr val="accent5">
            <a:alpha val="50000"/>
            <a:tint val="75000"/>
          </a:schemeClr>
        </a:fillRef>
        <a:effectRef idx="0">
          <a:srgbClr val="000000"/>
        </a:effectRef>
        <a:fontRef idx="minor">
          <a:schemeClr val="tx1"/>
        </a:fontRef>
      </dsp:style>
      <dsp:txBody>
        <a:bodyPr vert="horz" lIns="90678" tIns="168401" rIns="90678" bIns="129540" anchor="ctr" anchorCtr="0"/>
        <a:lstStyle/>
        <a:p>
          <a:pPr lvl="0" algn="ctr" latinLnBrk="1">
            <a:lnSpc>
              <a:spcPct val="120000"/>
            </a:lnSpc>
            <a:spcAft>
              <a:spcPct val="35000"/>
            </a:spcAft>
          </a:pPr>
          <a:r>
            <a:rPr lang="ko-KR" altLang="en-US" sz="1700" b="0" dirty="0">
              <a:solidFill>
                <a:schemeClr val="tx1"/>
              </a:solidFill>
              <a:latin typeface="+mn-ea"/>
              <a:ea typeface="+mn-ea"/>
            </a:rPr>
            <a:t>독자 맥락</a:t>
          </a:r>
          <a:endParaRPr lang="ko-KR" altLang="en-US" sz="1700" b="0" dirty="0">
            <a:solidFill>
              <a:schemeClr val="tx1"/>
            </a:solidFill>
            <a:latin typeface="+mn-ea"/>
            <a:ea typeface="+mn-ea"/>
          </a:endParaRPr>
        </a:p>
      </dsp:txBody>
      <dsp:txXfrm>
        <a:off x="5393694" y="273864"/>
        <a:ext cx="1322336" cy="1322336"/>
      </dsp:txXfrm>
    </dsp:sp>
  </dsp:spTree>
</dsp:drawing>
</file>

<file path=ppt/diagrams/layout1.xml><?xml version="1.0" encoding="utf-8"?>
<dgm:layoutDef xmlns:r="http://schemas.openxmlformats.org/officeDocument/2006/relationships" xmlns:a="http://schemas.openxmlformats.org/drawingml/2006/main" xmlns:dgm="http://schemas.openxmlformats.org/drawingml/2006/diagram" xmlns:dsp="http://schemas.microsoft.com/office/drawing/2008/diagram" uniqueId="urn:hancom.com/office/diagram/2022/3/layout/venn_1" minVer="http://schemas.openxmlformats.org/drawingml/2006/diagram" defStyle="">
  <dgm:title val="가로 벤형"/>
  <dgm:desc val=""/>
  <dgm:catLst>
    <dgm:cat type="relationship" pri="202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chs1">
      <dgm:if name="if11" func="var" arg="dir" op="equ" val="norm">
        <dgm:alg type="lin">
          <dgm:param type="fallback" val="2D"/>
        </dgm:alg>
      </dgm:if>
      <dgm:else name="els1">
        <dgm:alg type="lin">
          <dgm:param type="linDir" val="fromR"/>
          <dgm:param type="fallback" val="2D"/>
        </dgm:alg>
      </dgm:else>
    </dgm:choose>
    <dgm:shape type="none"/>
    <dgm:presOf/>
    <dgm:constrLst>
      <dgm:constr type="w" for="ch" ptType="node" refType="w"/>
      <dgm:constr type="h" for="ch" ptType="node" refType="w" refFor="ch" refPtType="node"/>
      <dgm:constr type="w" for="ch" forName="space" refType="w" refFor="ch" refPtType="node" fact="-0.125"/>
      <dgm:constr type="primFontSz" for="ch" ptType="node" op="equ" val="65"/>
    </dgm:constrLst>
    <dgm:ruleLst/>
    <dgm:forEach name="feNode" axis="ch" ptType="node">
      <dgm:layoutNode name="node" styleLbl="vennNode1">
        <dgm:varLst>
          <dgm:bulletEnabled val="1"/>
        </dgm:varLst>
        <dgm:alg type="tx">
          <dgm:param type="txAnchorHorzCh" val="ctr"/>
          <dgm:param type="txAnchorVertCh" val="mid"/>
        </dgm:alg>
        <dgm:shape type="ellipse"/>
        <dgm:presOf axis="desOrSelf" ptType="node"/>
        <dgm:constrLst/>
        <dgm:ruleLst>
          <dgm:rule type="primFontSz" val="5" fact="NaN" max="NaN"/>
        </dgm:ruleLst>
      </dgm:layoutNode>
      <dgm:forEach name="feSibT" axis="followSib" ptType="sibTrans" cnt="1">
        <dgm:layoutNode name="space">
          <dgm:alg type="sp"/>
          <dgm:shape type="none"/>
          <dgm:presOf/>
          <dgm:constrLst/>
          <dgm:ruleLst/>
        </dgm:layoutNode>
      </dgm:forEach>
    </dgm:forEach>
  </dgm:layoutNode>
</dgm:layoutDef>
</file>

<file path=ppt/diagrams/quickStyle1.xml><?xml version="1.0" encoding="utf-8"?>
<dgm:styleDef xmlns:r="http://schemas.openxmlformats.org/officeDocument/2006/relationships" xmlns:a="http://schemas.openxmlformats.org/drawingml/2006/main" xmlns:dgm="http://schemas.openxmlformats.org/drawingml/2006/diagram" xmlns:dsp="http://schemas.microsoft.com/office/drawing/2008/diagram" uniqueId="urn:hancom.com/office/diagram/2020/4/quickstyle/fill_1" minVer="http://schemas.openxmlformats.org/drawingml/2006/diagram">
  <dgm:title val="Solid Fil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a:schemeClr val="tx1"/>
      </a:fontRef>
    </dgm:style>
  </dgm:styleLbl>
  <dgm:styleLbl name="bgSibTrans2D1">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0">
        <a:scrgbClr r="0" g="0" b="0"/>
      </a:fillRef>
      <a:effectRef idx="0">
        <a:scrgbClr r="0" g="0" b="0"/>
      </a:effectRef>
      <a:fontRef idx="minor">
        <a:schemeClr val="tx1"/>
      </a:fontRef>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a:schemeClr val="tx1"/>
      </a:fontRef>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fgSibTrans2D1">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a:schemeClr val="tx1"/>
      </a:fontRef>
    </dgm:style>
  </dgm:styleLbl>
  <dgm:styleLbl name="parChTrans2D1">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a:schemeClr val="tx1"/>
      </a:fontRef>
    </dgm:style>
  </dgm:styleLbl>
  <dgm:styleLbl name="sibTrans1D1">
    <dgm:scene3d>
      <a:camera prst="orthographicFront"/>
      <a:lightRig rig="threePt" dir="t"/>
    </dgm:scene3d>
    <dgm:sp3d/>
    <dgm:txPr/>
    <dgm:style>
      <a:lnRef idx="2">
        <a:scrgbClr r="0" g="0" b="0"/>
      </a:lnRef>
      <a:fillRef idx="0">
        <a:scrgbClr r="0" g="0" b="0"/>
      </a:fillRef>
      <a:effectRef idx="0">
        <a:scrgbClr r="0" g="0" b="0"/>
      </a:effectRef>
      <a:fontRef idx="minor">
        <a:schemeClr val="tx1"/>
      </a:fontRef>
    </dgm:style>
  </dgm:styleLbl>
  <dgm:styleLbl name="sibTrans2D1">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trAlignAcc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a:schemeClr val="tx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말 개체 틀 1"/>
          <p:cNvSpPr>
            <a:spLocks noGrp="1"/>
          </p:cNvSpPr>
          <p:nvPr>
            <p:ph type="hdr" sz="quarter" idx="0"/>
          </p:nvPr>
        </p:nvSpPr>
        <p:spPr>
          <a:xfrm>
            <a:off x="0" y="0"/>
            <a:ext cx="2971800" cy="457200"/>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a:lstStyle>
            <a:lvl1pPr algn="r">
              <a:defRPr sz="1200"/>
            </a:lvl1pPr>
          </a:lstStyle>
          <a:p>
            <a:pPr lvl="0">
              <a:defRPr/>
            </a:pPr>
            <a:fld id="{E2B2BC9D-A816-4D0A-858B-1D023B3A8ACA}" type="datetime1">
              <a:rPr lang="ko-KR" altLang="en-US"/>
              <a:pPr lvl="0">
                <a:defRPr/>
              </a:pPr>
              <a:t>2026-07-04</a:t>
            </a:fld>
            <a:endParaRPr lang="ko-KR" altLang="en-US"/>
          </a:p>
        </p:txBody>
      </p:sp>
      <p:sp>
        <p:nvSpPr>
          <p:cNvPr id="4" name="슬라이드 이미지 개체 틀 3"/>
          <p:cNvSpPr>
            <a:spLocks noGrp="1" noRot="1" noChangeAspect="1" noTextEdi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a:noAutofit/>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anchor="b"/>
          <a:lstStyle>
            <a:lvl1pPr algn="r">
              <a:defRPr sz="1200"/>
            </a:lvl1pPr>
          </a:lstStyle>
          <a:p>
            <a:pPr lvl="0">
              <a:defRPr/>
            </a:pPr>
            <a:fld id="{09F4262C-968C-4EE9-8164-CE16364706B3}" type="slidenum">
              <a:rPr lang="ko-KR" altLang="en-US"/>
              <a:pPr lvl="0">
                <a:defRPr/>
              </a:pPr>
              <a:t>‹#›</a:t>
            </a:fld>
            <a:endParaRPr lang="ko-KR" altLang="en-US"/>
          </a:p>
        </p:txBody>
      </p:sp>
    </p:spTree>
    <p:extLst>
      <p:ext uri="{BB962C8B-B14F-4D97-AF65-F5344CB8AC3E}">
        <p14:creationId xmlns:p14="http://schemas.microsoft.com/office/powerpoint/2010/main" val="1093660648"/>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j-lt"/>
        <a:ea typeface="+mj-ea"/>
        <a:cs typeface="+mj-cs"/>
      </a:defRPr>
    </a:lvl1pPr>
    <a:lvl2pPr marL="457200" algn="l" defTabSz="914400" rtl="0" eaLnBrk="1" latinLnBrk="1" hangingPunct="1">
      <a:defRPr sz="1200" kern="1200">
        <a:solidFill>
          <a:schemeClr val="tx1"/>
        </a:solidFill>
        <a:latin typeface="+mj-lt"/>
        <a:ea typeface="+mj-ea"/>
        <a:cs typeface="+mj-cs"/>
      </a:defRPr>
    </a:lvl2pPr>
    <a:lvl3pPr marL="914400" algn="l" defTabSz="914400" rtl="0" eaLnBrk="1" latinLnBrk="1" hangingPunct="1">
      <a:defRPr sz="1200" kern="1200">
        <a:solidFill>
          <a:schemeClr val="tx1"/>
        </a:solidFill>
        <a:latin typeface="+mj-lt"/>
        <a:ea typeface="+mj-ea"/>
        <a:cs typeface="+mj-cs"/>
      </a:defRPr>
    </a:lvl3pPr>
    <a:lvl4pPr marL="1371600" algn="l" defTabSz="914400" rtl="0" eaLnBrk="1" latinLnBrk="1" hangingPunct="1">
      <a:defRPr sz="1200" kern="1200">
        <a:solidFill>
          <a:schemeClr val="tx1"/>
        </a:solidFill>
        <a:latin typeface="+mj-lt"/>
        <a:ea typeface="+mj-ea"/>
        <a:cs typeface="+mj-cs"/>
      </a:defRPr>
    </a:lvl4pPr>
    <a:lvl5pPr marL="1828800" algn="l" defTabSz="914400" rtl="0" eaLnBrk="1" latinLnBrk="1" hangingPunct="1">
      <a:defRPr sz="1200" kern="1200">
        <a:solidFill>
          <a:schemeClr val="tx1"/>
        </a:solidFill>
        <a:latin typeface="+mj-lt"/>
        <a:ea typeface="+mj-ea"/>
        <a:cs typeface="+mj-cs"/>
      </a:defRPr>
    </a:lvl5pPr>
    <a:lvl6pPr marL="2286000" algn="l" defTabSz="914400" rtl="0" eaLnBrk="1" latinLnBrk="1" hangingPunct="1">
      <a:defRPr sz="1200" kern="1200">
        <a:solidFill>
          <a:schemeClr val="tx1"/>
        </a:solidFill>
        <a:latin typeface="+mj-lt"/>
        <a:ea typeface="+mj-ea"/>
        <a:cs typeface="+mj-cs"/>
      </a:defRPr>
    </a:lvl6pPr>
    <a:lvl7pPr marL="2743200" algn="l" defTabSz="914400" rtl="0" eaLnBrk="1" latinLnBrk="1" hangingPunct="1">
      <a:defRPr sz="1200" kern="1200">
        <a:solidFill>
          <a:schemeClr val="tx1"/>
        </a:solidFill>
        <a:latin typeface="+mj-lt"/>
        <a:ea typeface="+mj-ea"/>
        <a:cs typeface="+mj-cs"/>
      </a:defRPr>
    </a:lvl7pPr>
    <a:lvl8pPr marL="3200400" algn="l" defTabSz="914400" rtl="0" eaLnBrk="1" latinLnBrk="1" hangingPunct="1">
      <a:defRPr sz="1200" kern="1200">
        <a:solidFill>
          <a:schemeClr val="tx1"/>
        </a:solidFill>
        <a:latin typeface="+mj-lt"/>
        <a:ea typeface="+mj-ea"/>
        <a:cs typeface="+mj-cs"/>
      </a:defRPr>
    </a:lvl8pPr>
    <a:lvl9pPr marL="3657600" algn="l" defTabSz="914400" rtl="0" eaLnBrk="1" latinLnBrk="1" hangingPunct="1">
      <a:defRPr sz="1200" kern="1200">
        <a:solidFill>
          <a:schemeClr val="tx1"/>
        </a:solidFill>
        <a:latin typeface="+mj-lt"/>
        <a:ea typeface="+mj-ea"/>
        <a:cs typeface="+mj-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preserve="1">
  <p:cSld name="표지">
    <p:spTree>
      <p:nvGrpSpPr>
        <p:cNvPr id="1" name=""/>
        <p:cNvGrpSpPr/>
        <p:nvPr/>
      </p:nvGrpSpPr>
      <p:grpSpPr>
        <a:xfrm>
          <a:off x="0" y="0"/>
          <a:ext cx="0" cy="0"/>
          <a:chOff x="0" y="0"/>
          <a:chExt cx="0" cy="0"/>
        </a:xfrm>
      </p:grpSpPr>
      <p:sp>
        <p:nvSpPr>
          <p:cNvPr id="8" name="가로 글상자 7"/>
          <p:cNvSpPr txBox="1"/>
          <p:nvPr userDrawn="1"/>
        </p:nvSpPr>
        <p:spPr>
          <a:xfrm>
            <a:off x="360045" y="997595"/>
            <a:ext cx="3856708" cy="335691"/>
          </a:xfrm>
          <a:prstGeom prst="rect">
            <a:avLst/>
          </a:prstGeom>
        </p:spPr>
        <p:txBody>
          <a:bodyPr wrap="none">
            <a:spAutoFit/>
          </a:bodyPr>
          <a:p>
            <a:pPr lvl="0">
              <a:defRPr/>
            </a:pPr>
            <a:r>
              <a:rPr lang="en-US" altLang="ko-KR" sz="1600"/>
              <a:t>4</a:t>
            </a:r>
            <a:r>
              <a:rPr lang="ko-KR" altLang="en-US" sz="1600"/>
              <a:t>가지 관점으로 분석하는 </a:t>
            </a:r>
            <a:r>
              <a:rPr lang="en-US" altLang="ko-KR" sz="1600"/>
              <a:t>‘</a:t>
            </a:r>
            <a:r>
              <a:rPr lang="ko-KR" altLang="en-US" sz="1600"/>
              <a:t>클라라와 태양</a:t>
            </a:r>
            <a:r>
              <a:rPr lang="en-US" altLang="ko-KR" sz="1600"/>
              <a:t>’</a:t>
            </a:r>
            <a:endParaRPr lang="en-US" altLang="ko-KR" sz="1600"/>
          </a:p>
        </p:txBody>
      </p:sp>
    </p:spTree>
    <p:extLst>
      <p:ext uri="{BB962C8B-B14F-4D97-AF65-F5344CB8AC3E}">
        <p14:creationId xmlns:p14="http://schemas.microsoft.com/office/powerpoint/2010/main" val="1141242968"/>
      </p:ext>
    </p:extLst>
  </p:cSld>
  <p:clrMapOvr>
    <a:masterClrMapping/>
  </p:clrMapOvr>
  <p:transition xmlns:mc="http://schemas.openxmlformats.org/markup-compatibility/2006" xmlns:hp="http://schemas.haansoft.com/office/presentation/8.0" mc:Ignorable="hp" hp:hslDur="500"/>
</p:sldLayout>
</file>

<file path=ppt/slideLayouts/slideLayout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type="blank" preserve="1" userDrawn="1">
  <p:cSld name="기본">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824756"/>
      </p:ext>
    </p:extLst>
  </p:cSld>
  <p:clrMapOvr>
    <a:masterClrMapping/>
  </p:clrMapOvr>
  <p:transition xmlns:mc="http://schemas.openxmlformats.org/markup-compatibility/2006" xmlns:hp="http://schemas.haansoft.com/office/presentation/8.0" mc:Ignorable="hp" hp:hslDur="50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theme" Target="../theme/theme1.xml"  /></Relationships>
</file>

<file path=ppt/slideMasters/slideMaster1.xml><?xml version="1.0" encoding="utf-8"?>
<p:sld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2f2f2"/>
        </a:solidFill>
      </p:bgPr>
    </p:bg>
    <p:spTree>
      <p:nvGrpSpPr>
        <p:cNvPr id="1" name=""/>
        <p:cNvGrpSpPr/>
        <p:nvPr/>
      </p:nvGrpSpPr>
      <p:grpSpPr>
        <a:xfrm>
          <a:off x="0" y="0"/>
          <a:ext cx="0" cy="0"/>
          <a:chOff x="0" y="0"/>
          <a:chExt cx="0" cy="0"/>
        </a:xfrm>
      </p:grpSpPr>
      <p:cxnSp>
        <p:nvCxnSpPr>
          <p:cNvPr id="12" name="선 11"/>
          <p:cNvCxnSpPr>
            <a:endCxn id="13" idx="1"/>
          </p:cNvCxnSpPr>
          <p:nvPr userDrawn="1"/>
        </p:nvCxnSpPr>
        <p:spPr>
          <a:xfrm flipV="1">
            <a:off x="360123" y="6487157"/>
            <a:ext cx="10087030" cy="10798"/>
          </a:xfrm>
          <a:prstGeom prst="line">
            <a:avLst/>
          </a:prstGeom>
          <a:ln>
            <a:solidFill>
              <a:srgbClr val="808080"/>
            </a:solidFill>
          </a:ln>
        </p:spPr>
        <p:style>
          <a:lnRef idx="1">
            <a:schemeClr val="accent1"/>
          </a:lnRef>
          <a:fillRef idx="0">
            <a:schemeClr val="accent1"/>
          </a:fillRef>
          <a:effectRef idx="0">
            <a:schemeClr val="accent1"/>
          </a:effectRef>
          <a:fontRef idx="minor">
            <a:schemeClr val="tx1"/>
          </a:fontRef>
        </p:style>
      </p:cxnSp>
      <p:sp>
        <p:nvSpPr>
          <p:cNvPr id="13" name="가로 글상자 12"/>
          <p:cNvSpPr txBox="1"/>
          <p:nvPr userDrawn="1"/>
        </p:nvSpPr>
        <p:spPr>
          <a:xfrm>
            <a:off x="10447153" y="6318243"/>
            <a:ext cx="1436236" cy="337827"/>
          </a:xfrm>
          <a:prstGeom prst="rect">
            <a:avLst/>
          </a:prstGeom>
        </p:spPr>
        <p:txBody>
          <a:bodyPr wrap="none">
            <a:spAutoFit/>
          </a:bodyPr>
          <a:p>
            <a:pPr lvl="0">
              <a:defRPr/>
            </a:pPr>
            <a:r>
              <a:rPr lang="en-US" altLang="ko-KR" sz="1600">
                <a:latin typeface="한컴 고딕"/>
                <a:ea typeface="한컴 고딕"/>
              </a:rPr>
              <a:t>11004</a:t>
            </a:r>
            <a:r>
              <a:rPr lang="ko-KR" altLang="en-US" sz="1600">
                <a:latin typeface="한컴 고딕"/>
                <a:ea typeface="한컴 고딕"/>
              </a:rPr>
              <a:t> 김동건</a:t>
            </a:r>
            <a:endParaRPr lang="ko-KR" altLang="en-US" sz="1600">
              <a:latin typeface="한컴 고딕"/>
              <a:ea typeface="한컴 고딕"/>
            </a:endParaRPr>
          </a:p>
        </p:txBody>
      </p:sp>
    </p:spTree>
    <p:extLst>
      <p:ext uri="{BB962C8B-B14F-4D97-AF65-F5344CB8AC3E}">
        <p14:creationId xmlns:p14="http://schemas.microsoft.com/office/powerpoint/2010/main" val="125386439"/>
      </p:ext>
    </p:extLst>
  </p:cSld>
  <p:clrMap bg1="lt1" tx1="dk1" bg2="lt2" tx2="dk2" accent1="accent1" accent2="accent2" accent3="accent3" accent4="accent4" accent5="accent5" accent6="accent6" hlink="hlink" folHlink="folHlink"/>
  <p:sldLayoutIdLst>
    <p:sldLayoutId id="2147483650" r:id="rId1"/>
    <p:sldLayoutId id="2147483651" r:id="rId2"/>
  </p:sldLayoutIdLst>
  <p:transition xmlns:mc="http://schemas.openxmlformats.org/markup-compatibility/2006" xmlns:hp="http://schemas.haansoft.com/office/presentation/8.0" mc:Ignorable="hp" hp:hslDur="500"/>
  <p:hf sldNum="0"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a:lvl2pPr rtl="0" eaLnBrk="1" latinLnBrk="1" hangingPunct="1">
        <a:defRPr>
          <a:solidFill>
            <a:schemeClr val="tx2"/>
          </a:solidFill>
        </a:defRPr>
      </a:lvl2pPr>
      <a:lvl3pPr rtl="0" eaLnBrk="1" latinLnBrk="1" hangingPunct="1">
        <a:defRPr>
          <a:solidFill>
            <a:schemeClr val="tx2"/>
          </a:solidFill>
        </a:defRPr>
      </a:lvl3pPr>
      <a:lvl4pPr rtl="0" eaLnBrk="1" latinLnBrk="1" hangingPunct="1">
        <a:defRPr>
          <a:solidFill>
            <a:schemeClr val="tx2"/>
          </a:solidFill>
        </a:defRPr>
      </a:lvl4pPr>
      <a:lvl5pPr rtl="0" eaLnBrk="1" latinLnBrk="1" hangingPunct="1">
        <a:defRPr>
          <a:solidFill>
            <a:schemeClr val="tx2"/>
          </a:solidFill>
        </a:defRPr>
      </a:lvl5pPr>
      <a:lvl6pPr rtl="0" eaLnBrk="1" latinLnBrk="1" hangingPunct="1">
        <a:defRPr>
          <a:solidFill>
            <a:schemeClr val="tx2"/>
          </a:solidFill>
        </a:defRPr>
      </a:lvl6pPr>
      <a:lvl7pPr rtl="0" eaLnBrk="1" latinLnBrk="1" hangingPunct="1">
        <a:defRPr>
          <a:solidFill>
            <a:schemeClr val="tx2"/>
          </a:solidFill>
        </a:defRPr>
      </a:lvl7pPr>
      <a:lvl8pPr rtl="0" eaLnBrk="1" latinLnBrk="1" hangingPunct="1">
        <a:defRPr>
          <a:solidFill>
            <a:schemeClr val="tx2"/>
          </a:solidFill>
        </a:defRPr>
      </a:lvl8pPr>
      <a:lvl9pPr rtl="0" eaLnBrk="1" latinLnBrk="1" hangingPunct="1">
        <a:defRPr>
          <a:solidFill>
            <a:schemeClr val="tx2"/>
          </a:solidFill>
        </a:defRPr>
      </a:lvl9pPr>
    </p:titleStyle>
    <p:bodyStyle>
      <a:lvl1pPr marL="342900" indent="-342900" algn="l" defTabSz="914400" rtl="0" eaLnBrk="1" latinLnBrk="1" hangingPunct="1">
        <a:spcBef>
          <a:spcPct val="20000"/>
        </a:spcBef>
        <a:buFont typeface="Arial"/>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3.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4.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5.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7.xml"  /><Relationship Id="rId3" Type="http://schemas.openxmlformats.org/officeDocument/2006/relationships/diagramColors" Target="../diagrams/colors1.xml"  /><Relationship Id="rId4" Type="http://schemas.openxmlformats.org/officeDocument/2006/relationships/diagramQuickStyle" Target="../diagrams/quickStyle1.xml"  /><Relationship Id="rId5" Type="http://schemas.openxmlformats.org/officeDocument/2006/relationships/diagramLayout" Target="../diagrams/layout1.xml"  /><Relationship Id="rId6" Type="http://schemas.openxmlformats.org/officeDocument/2006/relationships/diagramData" Target="../diagrams/data1.xml"  /><Relationship Id="rId7" Type="http://schemas.microsoft.com/office/2007/relationships/diagramDrawing" Target="../diagrams/drawing1.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rotWithShape="1">
          <a:blip r:embed="rId2"/>
          <a:srcRect l="2339" r="1559"/>
          <a:stretch>
            <a:fillRect/>
          </a:stretch>
        </p:blipFill>
        <p:spPr>
          <a:xfrm>
            <a:off x="720168" y="1080144"/>
            <a:ext cx="2628753" cy="4697712"/>
          </a:xfrm>
          <a:prstGeom prst="rect">
            <a:avLst/>
          </a:prstGeom>
        </p:spPr>
      </p:pic>
      <p:sp>
        <p:nvSpPr>
          <p:cNvPr id="3" name="가로 글상자 2"/>
          <p:cNvSpPr txBox="1"/>
          <p:nvPr/>
        </p:nvSpPr>
        <p:spPr>
          <a:xfrm>
            <a:off x="4976837" y="2645888"/>
            <a:ext cx="5227123" cy="1181257"/>
          </a:xfrm>
          <a:prstGeom prst="rect">
            <a:avLst/>
          </a:prstGeom>
        </p:spPr>
        <p:txBody>
          <a:bodyPr wrap="square">
            <a:spAutoFit/>
          </a:bodyPr>
          <a:p>
            <a:pPr lvl="0">
              <a:defRPr/>
            </a:pPr>
            <a:r>
              <a:rPr lang="en-US" altLang="ko-KR" sz="3600" b="1"/>
              <a:t>4</a:t>
            </a:r>
            <a:r>
              <a:rPr lang="ko-KR" altLang="en-US" sz="3600" b="1"/>
              <a:t>가지 맥락으로 분석하는</a:t>
            </a:r>
            <a:endParaRPr lang="en-US" altLang="ko-KR" sz="3600" b="1"/>
          </a:p>
          <a:p>
            <a:pPr lvl="0">
              <a:defRPr/>
            </a:pPr>
            <a:r>
              <a:rPr lang="en-US" altLang="ko-KR" sz="3600" b="1"/>
              <a:t>‘</a:t>
            </a:r>
            <a:r>
              <a:rPr lang="ko-KR" altLang="en-US" sz="3600" b="1"/>
              <a:t>클라라와 태양</a:t>
            </a:r>
            <a:r>
              <a:rPr lang="en-US" altLang="ko-KR" sz="3600" b="1"/>
              <a:t>’</a:t>
            </a:r>
            <a:endParaRPr lang="en-US" altLang="ko-KR" sz="3600" b="1"/>
          </a:p>
        </p:txBody>
      </p:sp>
      <p:sp>
        <p:nvSpPr>
          <p:cNvPr id="4" name="가로 글상자 3"/>
          <p:cNvSpPr txBox="1"/>
          <p:nvPr/>
        </p:nvSpPr>
        <p:spPr>
          <a:xfrm>
            <a:off x="4976837" y="3824913"/>
            <a:ext cx="2572677" cy="392757"/>
          </a:xfrm>
          <a:prstGeom prst="rect">
            <a:avLst/>
          </a:prstGeom>
        </p:spPr>
        <p:txBody>
          <a:bodyPr wrap="square">
            <a:spAutoFit/>
          </a:bodyPr>
          <a:p>
            <a:pPr lvl="0">
              <a:defRPr/>
            </a:pPr>
            <a:r>
              <a:rPr lang="ko-KR" altLang="en-US" sz="2000"/>
              <a:t>발표자</a:t>
            </a:r>
            <a:r>
              <a:rPr lang="en-US" altLang="ko-KR" sz="2000"/>
              <a:t>:</a:t>
            </a:r>
            <a:r>
              <a:rPr lang="ko-KR" altLang="en-US" sz="2000"/>
              <a:t> </a:t>
            </a:r>
            <a:r>
              <a:rPr lang="en-US" altLang="ko-KR" sz="2000"/>
              <a:t>11004</a:t>
            </a:r>
            <a:r>
              <a:rPr lang="ko-KR" altLang="en-US" sz="2000"/>
              <a:t> 김동건</a:t>
            </a:r>
            <a:endParaRPr lang="ko-KR" altLang="en-US" sz="2000"/>
          </a:p>
        </p:txBody>
      </p:sp>
      <p:cxnSp>
        <p:nvCxnSpPr>
          <p:cNvPr id="5" name="선 4"/>
          <p:cNvCxnSpPr/>
          <p:nvPr userDrawn="1"/>
        </p:nvCxnSpPr>
        <p:spPr>
          <a:xfrm flipV="1">
            <a:off x="360123" y="360045"/>
            <a:ext cx="11471754" cy="10801"/>
          </a:xfrm>
          <a:prstGeom prst="line">
            <a:avLst/>
          </a:prstGeom>
          <a:ln>
            <a:solidFill>
              <a:srgbClr val="8080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9887557"/>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spd="med" mc:Ignorable="p14" p14:dur="10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cxnSp>
        <p:nvCxnSpPr>
          <p:cNvPr id="2" name="직선 연결선[R] 16"/>
          <p:cNvCxnSpPr/>
          <p:nvPr/>
        </p:nvCxnSpPr>
        <p:spPr>
          <a:xfrm>
            <a:off x="1783403" y="2983296"/>
            <a:ext cx="2340000" cy="0"/>
          </a:xfrm>
          <a:prstGeom prst="line">
            <a:avLst/>
          </a:prstGeom>
          <a:ln w="6350" cap="rnd">
            <a:solidFill>
              <a:schemeClr val="accent6"/>
            </a:solidFill>
            <a:bevel/>
            <a:headEnd w="sm" len="sm"/>
            <a:tailEnd w="sm" len="sm"/>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783402" y="2265654"/>
            <a:ext cx="2339999" cy="307777"/>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en-US" altLang="ko-Kore-KR" sz="2000" b="1">
                <a:solidFill>
                  <a:schemeClr val="accent1"/>
                </a:solidFill>
                <a:latin typeface="+mj-ea"/>
                <a:ea typeface="+mj-ea"/>
              </a:rPr>
              <a:t>0</a:t>
            </a:r>
            <a:r>
              <a:rPr kumimoji="1" lang="en-US" altLang="ko-KR" sz="2000" b="1">
                <a:solidFill>
                  <a:schemeClr val="accent1"/>
                </a:solidFill>
                <a:latin typeface="+mj-ea"/>
                <a:ea typeface="+mj-ea"/>
              </a:rPr>
              <a:t>1</a:t>
            </a:r>
            <a:endParaRPr kumimoji="1" lang="ko-Kore-KR" altLang="en-US" sz="2000" b="1">
              <a:solidFill>
                <a:schemeClr val="accent1"/>
              </a:solidFill>
              <a:latin typeface="+mj-ea"/>
              <a:ea typeface="+mj-ea"/>
            </a:endParaRPr>
          </a:p>
        </p:txBody>
      </p:sp>
      <p:sp>
        <p:nvSpPr>
          <p:cNvPr id="4" name="TextBox 3"/>
          <p:cNvSpPr txBox="1"/>
          <p:nvPr/>
        </p:nvSpPr>
        <p:spPr>
          <a:xfrm>
            <a:off x="1783403" y="2668592"/>
            <a:ext cx="2340000" cy="24622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latin typeface="+mj-ea"/>
                <a:ea typeface="+mj-ea"/>
              </a:rPr>
              <a:t>탐구 동기 및 목적</a:t>
            </a:r>
            <a:endParaRPr kumimoji="1" lang="ko-KR" altLang="en-US" sz="1600" b="1">
              <a:latin typeface="+mj-ea"/>
              <a:ea typeface="+mj-ea"/>
            </a:endParaRPr>
          </a:p>
        </p:txBody>
      </p:sp>
      <p:sp>
        <p:nvSpPr>
          <p:cNvPr id="5" name="TextBox 4"/>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목차</a:t>
            </a:r>
            <a:endParaRPr kumimoji="1" lang="ko-Kore-KR" altLang="en-US" sz="3600" b="1">
              <a:solidFill>
                <a:schemeClr val="accent1"/>
              </a:solidFill>
              <a:latin typeface="+mj-ea"/>
              <a:ea typeface="+mj-ea"/>
            </a:endParaRPr>
          </a:p>
        </p:txBody>
      </p:sp>
      <p:sp>
        <p:nvSpPr>
          <p:cNvPr id="6" name="TextBox 5"/>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en-US" altLang="ko-KR" sz="1600" b="1">
              <a:latin typeface="+mj-ea"/>
              <a:ea typeface="+mj-ea"/>
            </a:endParaRPr>
          </a:p>
        </p:txBody>
      </p:sp>
      <p:sp>
        <p:nvSpPr>
          <p:cNvPr id="7" name="TextBox 6"/>
          <p:cNvSpPr txBox="1"/>
          <p:nvPr/>
        </p:nvSpPr>
        <p:spPr>
          <a:xfrm>
            <a:off x="1783403" y="3106127"/>
            <a:ext cx="2340000" cy="519501"/>
          </a:xfrm>
          <a:prstGeom prst="rect">
            <a:avLst/>
          </a:prstGeom>
          <a:noFill/>
        </p:spPr>
        <p:txBody>
          <a:bodyPr wrap="square" lIns="0" tIns="0" rIns="0" bIns="0">
            <a:normAutofit lnSpcReduction="1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kumimoji="1" lang="ko-KR" altLang="en-US" sz="1200">
                <a:solidFill>
                  <a:schemeClr val="tx1">
                    <a:alpha val="50000"/>
                  </a:schemeClr>
                </a:solidFill>
                <a:latin typeface="+mj-ea"/>
                <a:ea typeface="+mj-ea"/>
              </a:rPr>
              <a:t>탐구를 진행하게 된 동기와 목적을 소개한다</a:t>
            </a:r>
            <a:r>
              <a:rPr kumimoji="1" lang="en-US" altLang="ko-KR" sz="1200">
                <a:solidFill>
                  <a:schemeClr val="tx1">
                    <a:alpha val="50000"/>
                  </a:schemeClr>
                </a:solidFill>
                <a:latin typeface="+mj-ea"/>
                <a:ea typeface="+mj-ea"/>
              </a:rPr>
              <a:t>.</a:t>
            </a:r>
            <a:endParaRPr kumimoji="1" lang="en-US" altLang="ko-KR" sz="1200">
              <a:solidFill>
                <a:schemeClr val="tx1">
                  <a:alpha val="50000"/>
                </a:schemeClr>
              </a:solidFill>
              <a:latin typeface="+mj-ea"/>
              <a:ea typeface="+mj-ea"/>
            </a:endParaRPr>
          </a:p>
        </p:txBody>
      </p:sp>
      <p:cxnSp>
        <p:nvCxnSpPr>
          <p:cNvPr id="8" name="직선 연결선[R] 40"/>
          <p:cNvCxnSpPr/>
          <p:nvPr/>
        </p:nvCxnSpPr>
        <p:spPr>
          <a:xfrm>
            <a:off x="1783403" y="4942725"/>
            <a:ext cx="2340000" cy="0"/>
          </a:xfrm>
          <a:prstGeom prst="line">
            <a:avLst/>
          </a:prstGeom>
          <a:ln w="6350" cap="rnd">
            <a:solidFill>
              <a:schemeClr val="accent6"/>
            </a:solidFill>
            <a:bevel/>
            <a:headEnd w="sm" len="sm"/>
            <a:tailEnd w="sm" len="sm"/>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83402" y="4225083"/>
            <a:ext cx="2339999" cy="307777"/>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en-US" altLang="ko-Kore-KR" sz="2000" b="1">
                <a:solidFill>
                  <a:schemeClr val="accent1"/>
                </a:solidFill>
                <a:latin typeface="+mj-ea"/>
                <a:ea typeface="+mj-ea"/>
              </a:rPr>
              <a:t>0</a:t>
            </a:r>
            <a:r>
              <a:rPr kumimoji="1" lang="en-US" altLang="ko-KR" sz="2000" b="1">
                <a:solidFill>
                  <a:schemeClr val="accent1"/>
                </a:solidFill>
                <a:latin typeface="+mj-ea"/>
                <a:ea typeface="+mj-ea"/>
              </a:rPr>
              <a:t>4</a:t>
            </a:r>
            <a:endParaRPr kumimoji="1" lang="ko-Kore-KR" altLang="en-US" sz="2000" b="1">
              <a:solidFill>
                <a:schemeClr val="accent1"/>
              </a:solidFill>
              <a:latin typeface="+mj-ea"/>
              <a:ea typeface="+mj-ea"/>
            </a:endParaRPr>
          </a:p>
        </p:txBody>
      </p:sp>
      <p:sp>
        <p:nvSpPr>
          <p:cNvPr id="10" name="TextBox 9"/>
          <p:cNvSpPr txBox="1"/>
          <p:nvPr/>
        </p:nvSpPr>
        <p:spPr>
          <a:xfrm>
            <a:off x="1783403" y="4628021"/>
            <a:ext cx="2340000" cy="24622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latin typeface="+mj-ea"/>
                <a:ea typeface="+mj-ea"/>
              </a:rPr>
              <a:t>사회·문화적 맥락</a:t>
            </a:r>
            <a:endParaRPr kumimoji="1" lang="ko-KR" altLang="en-US" sz="1600" b="1">
              <a:latin typeface="+mj-ea"/>
              <a:ea typeface="+mj-ea"/>
            </a:endParaRPr>
          </a:p>
        </p:txBody>
      </p:sp>
      <p:sp>
        <p:nvSpPr>
          <p:cNvPr id="11" name="TextBox 10"/>
          <p:cNvSpPr txBox="1"/>
          <p:nvPr/>
        </p:nvSpPr>
        <p:spPr>
          <a:xfrm>
            <a:off x="1783403" y="5065556"/>
            <a:ext cx="2340000" cy="519501"/>
          </a:xfrm>
          <a:prstGeom prst="rect">
            <a:avLst/>
          </a:prstGeom>
          <a:noFill/>
        </p:spPr>
        <p:txBody>
          <a:bodyPr wrap="square" lIns="0" tIns="0" rIns="0" bIns="0">
            <a:normAutofit fontScale="77500" lnSpcReduction="2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kumimoji="1" lang="ko-KR" altLang="en-US" sz="1200">
                <a:solidFill>
                  <a:schemeClr val="tx1">
                    <a:alpha val="50000"/>
                  </a:schemeClr>
                </a:solidFill>
                <a:latin typeface="+mj-ea"/>
                <a:ea typeface="+mj-ea"/>
              </a:rPr>
              <a:t>창작 당시의 사회적 가치</a:t>
            </a:r>
            <a:r>
              <a:rPr kumimoji="1" lang="en-US" altLang="ko-KR" sz="1200">
                <a:solidFill>
                  <a:schemeClr val="tx1">
                    <a:alpha val="50000"/>
                  </a:schemeClr>
                </a:solidFill>
                <a:latin typeface="+mj-ea"/>
                <a:ea typeface="+mj-ea"/>
              </a:rPr>
              <a:t>,</a:t>
            </a:r>
            <a:r>
              <a:rPr kumimoji="1" lang="ko-KR" altLang="en-US" sz="1200">
                <a:solidFill>
                  <a:schemeClr val="tx1">
                    <a:alpha val="50000"/>
                  </a:schemeClr>
                </a:solidFill>
                <a:latin typeface="+mj-ea"/>
                <a:ea typeface="+mj-ea"/>
              </a:rPr>
              <a:t> 역사적 사건이나 문화적 배경 등을 고려하여 작품을 분석한다</a:t>
            </a:r>
            <a:r>
              <a:rPr kumimoji="1" lang="en-US" altLang="ko-KR" sz="1200">
                <a:solidFill>
                  <a:schemeClr val="tx1">
                    <a:alpha val="50000"/>
                  </a:schemeClr>
                </a:solidFill>
                <a:latin typeface="+mj-ea"/>
                <a:ea typeface="+mj-ea"/>
              </a:rPr>
              <a:t>.</a:t>
            </a:r>
            <a:endParaRPr kumimoji="1" lang="en-US" altLang="ko-KR" sz="1200">
              <a:solidFill>
                <a:schemeClr val="tx1">
                  <a:alpha val="50000"/>
                </a:schemeClr>
              </a:solidFill>
              <a:latin typeface="+mj-ea"/>
              <a:ea typeface="+mj-ea"/>
            </a:endParaRPr>
          </a:p>
        </p:txBody>
      </p:sp>
      <p:cxnSp>
        <p:nvCxnSpPr>
          <p:cNvPr id="12" name="직선 연결선[R] 45"/>
          <p:cNvCxnSpPr/>
          <p:nvPr/>
        </p:nvCxnSpPr>
        <p:spPr>
          <a:xfrm>
            <a:off x="8090897" y="2983296"/>
            <a:ext cx="2340000" cy="0"/>
          </a:xfrm>
          <a:prstGeom prst="line">
            <a:avLst/>
          </a:prstGeom>
          <a:ln w="6350" cap="rnd">
            <a:solidFill>
              <a:schemeClr val="accent6"/>
            </a:solidFill>
            <a:bevel/>
            <a:headEnd w="sm" len="sm"/>
            <a:tailEnd w="sm" len="sm"/>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090896" y="2265654"/>
            <a:ext cx="2339999" cy="307777"/>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en-US" altLang="ko-Kore-KR" sz="2000" b="1">
                <a:solidFill>
                  <a:schemeClr val="accent1"/>
                </a:solidFill>
                <a:latin typeface="+mj-ea"/>
                <a:ea typeface="+mj-ea"/>
              </a:rPr>
              <a:t>0</a:t>
            </a:r>
            <a:r>
              <a:rPr kumimoji="1" lang="en-US" altLang="ko-KR" sz="2000" b="1">
                <a:solidFill>
                  <a:schemeClr val="accent1"/>
                </a:solidFill>
                <a:latin typeface="+mj-ea"/>
                <a:ea typeface="+mj-ea"/>
              </a:rPr>
              <a:t>3</a:t>
            </a:r>
            <a:endParaRPr kumimoji="1" lang="ko-Kore-KR" altLang="en-US" sz="2000" b="1">
              <a:solidFill>
                <a:schemeClr val="accent1"/>
              </a:solidFill>
              <a:latin typeface="+mj-ea"/>
              <a:ea typeface="+mj-ea"/>
            </a:endParaRPr>
          </a:p>
        </p:txBody>
      </p:sp>
      <p:sp>
        <p:nvSpPr>
          <p:cNvPr id="14" name="TextBox 13"/>
          <p:cNvSpPr txBox="1"/>
          <p:nvPr/>
        </p:nvSpPr>
        <p:spPr>
          <a:xfrm>
            <a:off x="8090897" y="2668592"/>
            <a:ext cx="2340000" cy="24622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latin typeface="+mj-ea"/>
                <a:ea typeface="+mj-ea"/>
              </a:rPr>
              <a:t>작가 맥락</a:t>
            </a:r>
            <a:endParaRPr kumimoji="1" lang="ko-KR" altLang="en-US" sz="1600" b="1">
              <a:latin typeface="+mj-ea"/>
              <a:ea typeface="+mj-ea"/>
            </a:endParaRPr>
          </a:p>
        </p:txBody>
      </p:sp>
      <p:sp>
        <p:nvSpPr>
          <p:cNvPr id="15" name="TextBox 14"/>
          <p:cNvSpPr txBox="1"/>
          <p:nvPr/>
        </p:nvSpPr>
        <p:spPr>
          <a:xfrm>
            <a:off x="8090897" y="3106127"/>
            <a:ext cx="2340000" cy="519501"/>
          </a:xfrm>
          <a:prstGeom prst="rect">
            <a:avLst/>
          </a:prstGeom>
          <a:noFill/>
        </p:spPr>
        <p:txBody>
          <a:bodyPr wrap="square" lIns="0" tIns="0" rIns="0" bIns="0">
            <a:normAutofit fontScale="925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kumimoji="1" lang="ko-KR" altLang="en-US" sz="1200">
                <a:solidFill>
                  <a:schemeClr val="tx1">
                    <a:alpha val="50000"/>
                  </a:schemeClr>
                </a:solidFill>
                <a:latin typeface="+mj-ea"/>
                <a:ea typeface="+mj-ea"/>
              </a:rPr>
              <a:t>작가의 창작 동기나 심리 상태</a:t>
            </a:r>
            <a:r>
              <a:rPr kumimoji="1" lang="en-US" altLang="ko-KR" sz="1200">
                <a:solidFill>
                  <a:schemeClr val="tx1">
                    <a:alpha val="50000"/>
                  </a:schemeClr>
                </a:solidFill>
                <a:latin typeface="+mj-ea"/>
                <a:ea typeface="+mj-ea"/>
              </a:rPr>
              <a:t>,</a:t>
            </a:r>
            <a:r>
              <a:rPr kumimoji="1" lang="ko-KR" altLang="en-US" sz="1200">
                <a:solidFill>
                  <a:schemeClr val="tx1">
                    <a:alpha val="50000"/>
                  </a:schemeClr>
                </a:solidFill>
                <a:latin typeface="+mj-ea"/>
                <a:ea typeface="+mj-ea"/>
              </a:rPr>
              <a:t> 생애 등을 바탕으로 작품을 분석한다</a:t>
            </a:r>
            <a:r>
              <a:rPr kumimoji="1" lang="en-US" altLang="ko-KR" sz="1200">
                <a:solidFill>
                  <a:schemeClr val="tx1">
                    <a:alpha val="50000"/>
                  </a:schemeClr>
                </a:solidFill>
                <a:latin typeface="+mj-ea"/>
                <a:ea typeface="+mj-ea"/>
              </a:rPr>
              <a:t>.</a:t>
            </a:r>
            <a:endParaRPr kumimoji="1" lang="en-US" altLang="ko-KR" sz="1200">
              <a:solidFill>
                <a:schemeClr val="tx1">
                  <a:alpha val="50000"/>
                </a:schemeClr>
              </a:solidFill>
              <a:latin typeface="+mj-ea"/>
              <a:ea typeface="+mj-ea"/>
            </a:endParaRPr>
          </a:p>
        </p:txBody>
      </p:sp>
      <p:cxnSp>
        <p:nvCxnSpPr>
          <p:cNvPr id="16" name="직선 연결선[R] 49"/>
          <p:cNvCxnSpPr/>
          <p:nvPr/>
        </p:nvCxnSpPr>
        <p:spPr>
          <a:xfrm>
            <a:off x="8090897" y="4942725"/>
            <a:ext cx="2340000" cy="0"/>
          </a:xfrm>
          <a:prstGeom prst="line">
            <a:avLst/>
          </a:prstGeom>
          <a:ln w="6350" cap="rnd">
            <a:solidFill>
              <a:schemeClr val="accent6"/>
            </a:solidFill>
            <a:bevel/>
            <a:headEnd w="sm" len="sm"/>
            <a:tailEnd w="sm" len="sm"/>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090896" y="4225083"/>
            <a:ext cx="2339999" cy="307777"/>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en-US" altLang="ko-Kore-KR" sz="2000" b="1">
                <a:solidFill>
                  <a:schemeClr val="accent1"/>
                </a:solidFill>
                <a:latin typeface="+mj-ea"/>
                <a:ea typeface="+mj-ea"/>
              </a:rPr>
              <a:t>0</a:t>
            </a:r>
            <a:r>
              <a:rPr kumimoji="1" lang="en-US" altLang="ko-KR" sz="2000" b="1">
                <a:solidFill>
                  <a:schemeClr val="accent1"/>
                </a:solidFill>
                <a:latin typeface="+mj-ea"/>
                <a:ea typeface="+mj-ea"/>
              </a:rPr>
              <a:t>6</a:t>
            </a:r>
            <a:endParaRPr kumimoji="1" lang="ko-Kore-KR" altLang="en-US" sz="2000" b="1">
              <a:solidFill>
                <a:schemeClr val="accent1"/>
              </a:solidFill>
              <a:latin typeface="+mj-ea"/>
              <a:ea typeface="+mj-ea"/>
            </a:endParaRPr>
          </a:p>
        </p:txBody>
      </p:sp>
      <p:sp>
        <p:nvSpPr>
          <p:cNvPr id="18" name="TextBox 17"/>
          <p:cNvSpPr txBox="1"/>
          <p:nvPr/>
        </p:nvSpPr>
        <p:spPr>
          <a:xfrm>
            <a:off x="8090897" y="4628021"/>
            <a:ext cx="2340000" cy="24622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latin typeface="+mj-ea"/>
                <a:ea typeface="+mj-ea"/>
              </a:rPr>
              <a:t>독자 맥락</a:t>
            </a:r>
            <a:endParaRPr kumimoji="1" lang="ko-KR" altLang="en-US" sz="1600" b="1">
              <a:latin typeface="+mj-ea"/>
              <a:ea typeface="+mj-ea"/>
            </a:endParaRPr>
          </a:p>
        </p:txBody>
      </p:sp>
      <p:sp>
        <p:nvSpPr>
          <p:cNvPr id="19" name="TextBox 18"/>
          <p:cNvSpPr txBox="1"/>
          <p:nvPr/>
        </p:nvSpPr>
        <p:spPr>
          <a:xfrm>
            <a:off x="8090897" y="5065556"/>
            <a:ext cx="2340000" cy="519501"/>
          </a:xfrm>
          <a:prstGeom prst="rect">
            <a:avLst/>
          </a:prstGeom>
          <a:noFill/>
        </p:spPr>
        <p:txBody>
          <a:bodyPr wrap="square" lIns="0" tIns="0" rIns="0" bIns="0">
            <a:normAutofit fontScale="85000" lnSpcReduction="2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kumimoji="1" lang="ko-KR" altLang="en-US" sz="1200">
                <a:solidFill>
                  <a:schemeClr val="tx1">
                    <a:alpha val="50000"/>
                  </a:schemeClr>
                </a:solidFill>
                <a:latin typeface="+mj-ea"/>
                <a:ea typeface="+mj-ea"/>
              </a:rPr>
              <a:t>작품에 대한 독자의 반응이나 독자에게 주는 영향을 고려하여 작품을 분석한다</a:t>
            </a:r>
            <a:r>
              <a:rPr kumimoji="1" lang="en-US" altLang="ko-KR" sz="1200">
                <a:solidFill>
                  <a:schemeClr val="tx1">
                    <a:alpha val="50000"/>
                  </a:schemeClr>
                </a:solidFill>
                <a:latin typeface="+mj-ea"/>
                <a:ea typeface="+mj-ea"/>
              </a:rPr>
              <a:t>.</a:t>
            </a:r>
            <a:endParaRPr kumimoji="1" lang="en-US" altLang="ko-KR" sz="1200">
              <a:solidFill>
                <a:schemeClr val="tx1">
                  <a:alpha val="50000"/>
                </a:schemeClr>
              </a:solidFill>
              <a:latin typeface="+mj-ea"/>
              <a:ea typeface="+mj-ea"/>
            </a:endParaRPr>
          </a:p>
        </p:txBody>
      </p:sp>
      <p:cxnSp>
        <p:nvCxnSpPr>
          <p:cNvPr id="20" name="직선 연결선[R] 54"/>
          <p:cNvCxnSpPr/>
          <p:nvPr/>
        </p:nvCxnSpPr>
        <p:spPr>
          <a:xfrm>
            <a:off x="4937148" y="2983296"/>
            <a:ext cx="2340000" cy="0"/>
          </a:xfrm>
          <a:prstGeom prst="line">
            <a:avLst/>
          </a:prstGeom>
          <a:ln w="6350" cap="rnd">
            <a:solidFill>
              <a:schemeClr val="accent6"/>
            </a:solidFill>
            <a:bevel/>
            <a:headEnd w="sm" len="sm"/>
            <a:tailEnd w="sm" len="sm"/>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937147" y="2265654"/>
            <a:ext cx="2339999" cy="307777"/>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en-US" altLang="ko-Kore-KR" sz="2000" b="1">
                <a:solidFill>
                  <a:schemeClr val="accent1"/>
                </a:solidFill>
                <a:latin typeface="+mj-ea"/>
                <a:ea typeface="+mj-ea"/>
              </a:rPr>
              <a:t>0</a:t>
            </a:r>
            <a:r>
              <a:rPr kumimoji="1" lang="en-US" altLang="ko-KR" sz="2000" b="1">
                <a:solidFill>
                  <a:schemeClr val="accent1"/>
                </a:solidFill>
                <a:latin typeface="+mj-ea"/>
                <a:ea typeface="+mj-ea"/>
              </a:rPr>
              <a:t>2</a:t>
            </a:r>
            <a:endParaRPr kumimoji="1" lang="ko-Kore-KR" altLang="en-US" sz="2000" b="1">
              <a:solidFill>
                <a:schemeClr val="accent1"/>
              </a:solidFill>
              <a:latin typeface="+mj-ea"/>
              <a:ea typeface="+mj-ea"/>
            </a:endParaRPr>
          </a:p>
        </p:txBody>
      </p:sp>
      <p:sp>
        <p:nvSpPr>
          <p:cNvPr id="22" name="TextBox 21"/>
          <p:cNvSpPr txBox="1"/>
          <p:nvPr/>
        </p:nvSpPr>
        <p:spPr>
          <a:xfrm>
            <a:off x="4937148" y="2668592"/>
            <a:ext cx="2340000" cy="24622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latin typeface="+mj-ea"/>
                <a:ea typeface="+mj-ea"/>
              </a:rPr>
              <a:t>작품 소개</a:t>
            </a:r>
            <a:endParaRPr kumimoji="1" lang="ko-KR" altLang="en-US" sz="1600" b="1">
              <a:latin typeface="+mj-ea"/>
              <a:ea typeface="+mj-ea"/>
            </a:endParaRPr>
          </a:p>
        </p:txBody>
      </p:sp>
      <p:sp>
        <p:nvSpPr>
          <p:cNvPr id="23" name="TextBox 22"/>
          <p:cNvSpPr txBox="1"/>
          <p:nvPr/>
        </p:nvSpPr>
        <p:spPr>
          <a:xfrm>
            <a:off x="4937148" y="3106127"/>
            <a:ext cx="2340000" cy="519501"/>
          </a:xfrm>
          <a:prstGeom prst="rect">
            <a:avLst/>
          </a:prstGeom>
          <a:noFill/>
        </p:spPr>
        <p:txBody>
          <a:bodyPr wrap="square" lIns="0" tIns="0" rIns="0" bIns="0">
            <a:normAutofit lnSpcReduction="1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kumimoji="1" lang="en-US" altLang="ko-KR" sz="1200">
                <a:solidFill>
                  <a:schemeClr val="tx1">
                    <a:alpha val="50000"/>
                  </a:schemeClr>
                </a:solidFill>
                <a:latin typeface="+mj-ea"/>
                <a:ea typeface="+mj-ea"/>
              </a:rPr>
              <a:t>‘</a:t>
            </a:r>
            <a:r>
              <a:rPr kumimoji="1" lang="ko-KR" altLang="en-US" sz="1200">
                <a:solidFill>
                  <a:schemeClr val="tx1">
                    <a:alpha val="50000"/>
                  </a:schemeClr>
                </a:solidFill>
                <a:latin typeface="+mj-ea"/>
                <a:ea typeface="+mj-ea"/>
              </a:rPr>
              <a:t>클라라와 태양</a:t>
            </a:r>
            <a:r>
              <a:rPr kumimoji="1" lang="en-US" altLang="ko-KR" sz="1200">
                <a:solidFill>
                  <a:schemeClr val="tx1">
                    <a:alpha val="50000"/>
                  </a:schemeClr>
                </a:solidFill>
                <a:latin typeface="+mj-ea"/>
                <a:ea typeface="+mj-ea"/>
              </a:rPr>
              <a:t>’</a:t>
            </a:r>
            <a:r>
              <a:rPr kumimoji="1" lang="ko-KR" altLang="en-US" sz="1200">
                <a:solidFill>
                  <a:schemeClr val="tx1">
                    <a:alpha val="50000"/>
                  </a:schemeClr>
                </a:solidFill>
                <a:latin typeface="+mj-ea"/>
                <a:ea typeface="+mj-ea"/>
              </a:rPr>
              <a:t>의 개략적인 줄거리와 배경을 소개한다</a:t>
            </a:r>
            <a:r>
              <a:rPr kumimoji="1" lang="en-US" altLang="ko-KR" sz="1200">
                <a:solidFill>
                  <a:schemeClr val="tx1">
                    <a:alpha val="50000"/>
                  </a:schemeClr>
                </a:solidFill>
                <a:latin typeface="+mj-ea"/>
                <a:ea typeface="+mj-ea"/>
              </a:rPr>
              <a:t>.</a:t>
            </a:r>
            <a:endParaRPr kumimoji="1" lang="en-US" altLang="ko-KR" sz="1200">
              <a:solidFill>
                <a:schemeClr val="tx1">
                  <a:alpha val="50000"/>
                </a:schemeClr>
              </a:solidFill>
              <a:latin typeface="+mj-ea"/>
              <a:ea typeface="+mj-ea"/>
            </a:endParaRPr>
          </a:p>
        </p:txBody>
      </p:sp>
      <p:cxnSp>
        <p:nvCxnSpPr>
          <p:cNvPr id="24" name="직선 연결선[R] 58"/>
          <p:cNvCxnSpPr/>
          <p:nvPr/>
        </p:nvCxnSpPr>
        <p:spPr>
          <a:xfrm>
            <a:off x="4937148" y="4942725"/>
            <a:ext cx="2340000" cy="0"/>
          </a:xfrm>
          <a:prstGeom prst="line">
            <a:avLst/>
          </a:prstGeom>
          <a:ln w="6350" cap="rnd">
            <a:solidFill>
              <a:schemeClr val="accent6"/>
            </a:solidFill>
            <a:bevel/>
            <a:headEnd w="sm" len="sm"/>
            <a:tailEnd w="sm" len="sm"/>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937147" y="4225083"/>
            <a:ext cx="2339999" cy="307777"/>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en-US" altLang="ko-Kore-KR" sz="2000" b="1">
                <a:solidFill>
                  <a:schemeClr val="accent1"/>
                </a:solidFill>
                <a:latin typeface="+mj-ea"/>
                <a:ea typeface="+mj-ea"/>
              </a:rPr>
              <a:t>0</a:t>
            </a:r>
            <a:r>
              <a:rPr kumimoji="1" lang="en-US" altLang="ko-KR" sz="2000" b="1">
                <a:solidFill>
                  <a:schemeClr val="accent1"/>
                </a:solidFill>
                <a:latin typeface="+mj-ea"/>
                <a:ea typeface="+mj-ea"/>
              </a:rPr>
              <a:t>5</a:t>
            </a:r>
            <a:endParaRPr kumimoji="1" lang="ko-Kore-KR" altLang="en-US" sz="2000" b="1">
              <a:solidFill>
                <a:schemeClr val="accent1"/>
              </a:solidFill>
              <a:latin typeface="+mj-ea"/>
              <a:ea typeface="+mj-ea"/>
            </a:endParaRPr>
          </a:p>
        </p:txBody>
      </p:sp>
      <p:sp>
        <p:nvSpPr>
          <p:cNvPr id="26" name="TextBox 25"/>
          <p:cNvSpPr txBox="1"/>
          <p:nvPr/>
        </p:nvSpPr>
        <p:spPr>
          <a:xfrm>
            <a:off x="4937148" y="4628021"/>
            <a:ext cx="2340000" cy="24622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latin typeface="+mj-ea"/>
                <a:ea typeface="+mj-ea"/>
              </a:rPr>
              <a:t>문학사적 맥락</a:t>
            </a:r>
            <a:endParaRPr kumimoji="1" lang="ko-KR" altLang="en-US" sz="1600" b="1">
              <a:latin typeface="+mj-ea"/>
              <a:ea typeface="+mj-ea"/>
            </a:endParaRPr>
          </a:p>
        </p:txBody>
      </p:sp>
      <p:sp>
        <p:nvSpPr>
          <p:cNvPr id="27" name="TextBox 26"/>
          <p:cNvSpPr txBox="1"/>
          <p:nvPr/>
        </p:nvSpPr>
        <p:spPr>
          <a:xfrm>
            <a:off x="4937148" y="5065556"/>
            <a:ext cx="2340000" cy="519501"/>
          </a:xfrm>
          <a:prstGeom prst="rect">
            <a:avLst/>
          </a:prstGeom>
          <a:noFill/>
        </p:spPr>
        <p:txBody>
          <a:bodyPr wrap="square" lIns="0" tIns="0" rIns="0" bIns="0">
            <a:normAutofit fontScale="70000" lnSpcReduction="2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kumimoji="1" lang="ko-KR" altLang="en-US" sz="1200">
                <a:solidFill>
                  <a:schemeClr val="tx1">
                    <a:alpha val="50000"/>
                  </a:schemeClr>
                </a:solidFill>
                <a:latin typeface="+mj-ea"/>
                <a:ea typeface="+mj-ea"/>
              </a:rPr>
              <a:t>문학사의 흐름에서 작품이 차지하는 위상</a:t>
            </a:r>
            <a:r>
              <a:rPr kumimoji="1" lang="en-US" altLang="ko-KR" sz="1200">
                <a:solidFill>
                  <a:schemeClr val="tx1">
                    <a:alpha val="50000"/>
                  </a:schemeClr>
                </a:solidFill>
                <a:latin typeface="+mj-ea"/>
                <a:ea typeface="+mj-ea"/>
              </a:rPr>
              <a:t>,</a:t>
            </a:r>
            <a:r>
              <a:rPr kumimoji="1" lang="ko-KR" altLang="en-US" sz="1200">
                <a:solidFill>
                  <a:schemeClr val="tx1">
                    <a:alpha val="50000"/>
                  </a:schemeClr>
                </a:solidFill>
                <a:latin typeface="+mj-ea"/>
                <a:ea typeface="+mj-ea"/>
              </a:rPr>
              <a:t> 다른 작품과의 영향 관계 및 공통점과 차이점 등을 살펴보며 작품을 분석한다</a:t>
            </a:r>
            <a:r>
              <a:rPr kumimoji="1" lang="en-US" altLang="ko-KR" sz="1200">
                <a:solidFill>
                  <a:schemeClr val="tx1">
                    <a:alpha val="50000"/>
                  </a:schemeClr>
                </a:solidFill>
                <a:latin typeface="+mj-ea"/>
                <a:ea typeface="+mj-ea"/>
              </a:rPr>
              <a:t>.</a:t>
            </a:r>
            <a:endParaRPr kumimoji="1" lang="en-US" altLang="ko-KR" sz="1200">
              <a:solidFill>
                <a:schemeClr val="tx1">
                  <a:alpha val="50000"/>
                </a:schemeClr>
              </a:solidFill>
              <a:latin typeface="+mj-ea"/>
              <a:ea typeface="+mj-ea"/>
            </a:endParaRPr>
          </a:p>
        </p:txBody>
      </p:sp>
    </p:spTree>
    <p:extLst>
      <p:ext uri="{BB962C8B-B14F-4D97-AF65-F5344CB8AC3E}">
        <p14:creationId xmlns:p14="http://schemas.microsoft.com/office/powerpoint/2010/main" val="1417885090"/>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8" name="모서리가 둥근 직사각형 17"/>
          <p:cNvSpPr/>
          <p:nvPr/>
        </p:nvSpPr>
        <p:spPr>
          <a:xfrm>
            <a:off x="4937146" y="3928091"/>
            <a:ext cx="5493749" cy="1637484"/>
          </a:xfrm>
          <a:prstGeom prst="roundRect">
            <a:avLst>
              <a:gd name="adj" fmla="val 16667"/>
            </a:avLst>
          </a:prstGeom>
          <a:noFill/>
        </p:spPr>
        <p:style>
          <a:lnRef idx="2">
            <a:schemeClr val="accent1">
              <a:shade val="20000"/>
            </a:schemeClr>
          </a:lnRef>
          <a:fillRef idx="1">
            <a:schemeClr val="accent1"/>
          </a:fillRef>
          <a:effectRef idx="0">
            <a:schemeClr val="accent1"/>
          </a:effectRef>
          <a:fontRef idx="minor">
            <a:schemeClr val="lt1"/>
          </a:fontRef>
        </p:style>
        <p:txBody>
          <a:bodyPr vert="horz" wrap="square" lIns="91440" tIns="45720" rIns="91440" bIns="45720" anchor="ctr"/>
          <a:p>
            <a:pPr marL="235620" lvl="0" indent="-235620" algn="just">
              <a:buFont typeface="Arial"/>
              <a:buChar char="•"/>
              <a:defRPr/>
            </a:pPr>
            <a:r>
              <a:rPr lang="ko-KR" altLang="en-US" sz="1600">
                <a:solidFill>
                  <a:srgbClr val="323232"/>
                </a:solidFill>
              </a:rPr>
              <a:t>본 작품을 통해 인공지능에 대한 작가의 의견을 분석하고, 과학 기술과 인간의 바람직한 관계를 비판적으로 성찰하고자 함</a:t>
            </a:r>
            <a:endParaRPr lang="ko-KR" altLang="en-US" sz="1600">
              <a:solidFill>
                <a:srgbClr val="323232"/>
              </a:solidFill>
            </a:endParaRPr>
          </a:p>
          <a:p>
            <a:pPr marL="235620" lvl="0" indent="-235620" algn="just">
              <a:buFont typeface="Arial"/>
              <a:buChar char="•"/>
              <a:defRPr/>
            </a:pPr>
            <a:r>
              <a:rPr lang="ko-KR" altLang="en-US" sz="1600">
                <a:solidFill>
                  <a:srgbClr val="323232"/>
                </a:solidFill>
              </a:rPr>
              <a:t>나아가 미래 사회를 문학적으로 간접 경험함으로써 현재의 삶을 되돌아보는 계기로 삼고자 함</a:t>
            </a:r>
            <a:endParaRPr lang="ko-KR" altLang="en-US" sz="1600">
              <a:solidFill>
                <a:srgbClr val="323232"/>
              </a:solidFill>
            </a:endParaRPr>
          </a:p>
        </p:txBody>
      </p:sp>
      <p:sp>
        <p:nvSpPr>
          <p:cNvPr id="19" name="TextBox 21"/>
          <p:cNvSpPr txBox="1"/>
          <p:nvPr/>
        </p:nvSpPr>
        <p:spPr>
          <a:xfrm>
            <a:off x="5290568" y="3804980"/>
            <a:ext cx="919732" cy="246221"/>
          </a:xfrm>
          <a:prstGeom prst="rect">
            <a:avLst/>
          </a:prstGeom>
          <a:noFill/>
        </p:spPr>
        <p:txBody>
          <a:bodyPr wrap="none" lIns="0" tIns="0" rIns="0" bIns="0">
            <a:sp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highlight>
                  <a:srgbClr val="f2f2f2"/>
                </a:highlight>
                <a:latin typeface="+mj-ea"/>
                <a:ea typeface="+mj-ea"/>
              </a:rPr>
              <a:t>탐구 목적</a:t>
            </a:r>
            <a:endParaRPr kumimoji="1" lang="ko-KR" altLang="en-US" sz="1600" b="1">
              <a:highlight>
                <a:srgbClr val="f2f2f2"/>
              </a:highlight>
              <a:latin typeface="+mj-ea"/>
              <a:ea typeface="+mj-ea"/>
            </a:endParaRPr>
          </a:p>
        </p:txBody>
      </p:sp>
      <p:sp>
        <p:nvSpPr>
          <p:cNvPr id="15" name="모서리가 둥근 직사각형 14"/>
          <p:cNvSpPr/>
          <p:nvPr/>
        </p:nvSpPr>
        <p:spPr>
          <a:xfrm>
            <a:off x="4937148" y="1808034"/>
            <a:ext cx="5493927" cy="1637484"/>
          </a:xfrm>
          <a:prstGeom prst="roundRect">
            <a:avLst>
              <a:gd name="adj" fmla="val 16667"/>
            </a:avLst>
          </a:prstGeom>
          <a:noFill/>
        </p:spPr>
        <p:style>
          <a:lnRef idx="2">
            <a:schemeClr val="accent1">
              <a:shade val="20000"/>
            </a:schemeClr>
          </a:lnRef>
          <a:fillRef idx="1">
            <a:schemeClr val="accent1"/>
          </a:fillRef>
          <a:effectRef idx="0">
            <a:schemeClr val="accent1"/>
          </a:effectRef>
          <a:fontRef idx="minor">
            <a:schemeClr val="lt1"/>
          </a:fontRef>
        </p:style>
        <p:txBody>
          <a:bodyPr vert="horz" wrap="square" lIns="91440" tIns="45720" rIns="91440" bIns="45720" anchor="ctr"/>
          <a:p>
            <a:pPr marL="235620" lvl="0" indent="-235620" algn="just">
              <a:buFont typeface="Arial"/>
              <a:buChar char="•"/>
              <a:defRPr/>
            </a:pPr>
            <a:r>
              <a:rPr lang="ko-KR" altLang="en-US" sz="1600">
                <a:solidFill>
                  <a:srgbClr val="323232"/>
                </a:solidFill>
              </a:rPr>
              <a:t>김초엽 작가의 「관내 분실」을 읽으며 미래 사회를 배경으로 한 SF 소설에 관심을 가지게 되었음. </a:t>
            </a:r>
            <a:endParaRPr lang="ko-KR" altLang="en-US" sz="1600">
              <a:solidFill>
                <a:srgbClr val="323232"/>
              </a:solidFill>
            </a:endParaRPr>
          </a:p>
          <a:p>
            <a:pPr marL="235620" lvl="0" indent="-235620" algn="just">
              <a:buFont typeface="Arial"/>
              <a:buChar char="•"/>
              <a:defRPr/>
            </a:pPr>
            <a:r>
              <a:rPr lang="ko-KR" altLang="en-US" sz="1600">
                <a:solidFill>
                  <a:srgbClr val="323232"/>
                </a:solidFill>
              </a:rPr>
              <a:t>이후 인공지능을 다룬 가즈오 이시구로의 『클라라와 태양』을 읽으며, 과학 기술의 양면에 주목하게 되었음</a:t>
            </a:r>
            <a:endParaRPr lang="ko-KR" altLang="en-US" sz="1600">
              <a:solidFill>
                <a:srgbClr val="323232"/>
              </a:solidFill>
            </a:endParaRPr>
          </a:p>
        </p:txBody>
      </p:sp>
      <p:sp>
        <p:nvSpPr>
          <p:cNvPr id="4" name="TextBox 4"/>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탐구 동기 및 목적 </a:t>
            </a:r>
            <a:endParaRPr kumimoji="1" lang="ko-KR" altLang="en-US" sz="3600" b="1">
              <a:solidFill>
                <a:schemeClr val="accent1"/>
              </a:solidFill>
              <a:latin typeface="+mj-ea"/>
              <a:ea typeface="+mj-ea"/>
            </a:endParaRPr>
          </a:p>
        </p:txBody>
      </p:sp>
      <p:sp>
        <p:nvSpPr>
          <p:cNvPr id="5" name="TextBox 5"/>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en-US" altLang="ko-KR" sz="1600" b="1">
              <a:latin typeface="+mj-ea"/>
              <a:ea typeface="+mj-ea"/>
            </a:endParaRPr>
          </a:p>
        </p:txBody>
      </p:sp>
      <p:pic>
        <p:nvPicPr>
          <p:cNvPr id="10" name="그림 9"/>
          <p:cNvPicPr>
            <a:picLocks noChangeAspect="1"/>
          </p:cNvPicPr>
          <p:nvPr/>
        </p:nvPicPr>
        <p:blipFill rotWithShape="1">
          <a:blip r:embed="rId2"/>
          <a:srcRect l="2616" r="2203"/>
          <a:stretch>
            <a:fillRect/>
          </a:stretch>
        </p:blipFill>
        <p:spPr>
          <a:xfrm>
            <a:off x="1783403" y="1808034"/>
            <a:ext cx="2237736" cy="4107805"/>
          </a:xfrm>
          <a:prstGeom prst="rect">
            <a:avLst/>
          </a:prstGeom>
        </p:spPr>
      </p:pic>
      <p:sp>
        <p:nvSpPr>
          <p:cNvPr id="14" name="TextBox 21"/>
          <p:cNvSpPr txBox="1"/>
          <p:nvPr/>
        </p:nvSpPr>
        <p:spPr>
          <a:xfrm>
            <a:off x="5290568" y="1684923"/>
            <a:ext cx="919163" cy="246221"/>
          </a:xfrm>
          <a:prstGeom prst="rect">
            <a:avLst/>
          </a:prstGeom>
          <a:noFill/>
        </p:spPr>
        <p:txBody>
          <a:bodyPr wrap="none" lIns="0" tIns="0" rIns="0" bIns="0">
            <a:sp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highlight>
                  <a:srgbClr val="f2f2f2"/>
                </a:highlight>
                <a:latin typeface="+mj-ea"/>
                <a:ea typeface="+mj-ea"/>
              </a:rPr>
              <a:t>탐구 동기</a:t>
            </a:r>
            <a:endParaRPr kumimoji="1" lang="ko-KR" altLang="en-US" sz="1600" b="1">
              <a:highlight>
                <a:srgbClr val="f2f2f2"/>
              </a:highlight>
              <a:latin typeface="+mj-ea"/>
              <a:ea typeface="+mj-ea"/>
            </a:endParaRPr>
          </a:p>
        </p:txBody>
      </p:sp>
    </p:spTree>
    <p:extLst>
      <p:ext uri="{BB962C8B-B14F-4D97-AF65-F5344CB8AC3E}">
        <p14:creationId xmlns:p14="http://schemas.microsoft.com/office/powerpoint/2010/main" val="3188739528"/>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5" name="모서리가 둥근 직사각형 14"/>
          <p:cNvSpPr/>
          <p:nvPr/>
        </p:nvSpPr>
        <p:spPr>
          <a:xfrm>
            <a:off x="4937148" y="1808034"/>
            <a:ext cx="5493927" cy="3757541"/>
          </a:xfrm>
          <a:prstGeom prst="roundRect">
            <a:avLst>
              <a:gd name="adj" fmla="val 16667"/>
            </a:avLst>
          </a:prstGeom>
          <a:noFill/>
        </p:spPr>
        <p:style>
          <a:lnRef idx="2">
            <a:schemeClr val="accent1">
              <a:shade val="20000"/>
            </a:schemeClr>
          </a:lnRef>
          <a:fillRef idx="1">
            <a:schemeClr val="accent1"/>
          </a:fillRef>
          <a:effectRef idx="0">
            <a:schemeClr val="accent1"/>
          </a:effectRef>
          <a:fontRef idx="minor">
            <a:schemeClr val="lt1"/>
          </a:fontRef>
        </p:style>
        <p:txBody>
          <a:bodyPr vert="horz" wrap="square" lIns="91440" tIns="45720" rIns="91440" bIns="45720" anchor="ctr"/>
          <a:p>
            <a:pPr marL="314500" lvl="0" indent="-314500" algn="just">
              <a:buAutoNum type="arabicPeriod"/>
              <a:defRPr/>
            </a:pPr>
            <a:r>
              <a:rPr lang="ko-KR" altLang="en-US" sz="1550">
                <a:solidFill>
                  <a:srgbClr val="323232"/>
                </a:solidFill>
              </a:rPr>
              <a:t>인공지능 로봇 클라라는 어느 대도시의 AF(Artificial Friend) 매장 쇼윈도에 서서 외부 세계를 관찰하며 하루하루를 보냄. 어느 날 클라라는 창밖에서 늘 자신을 보고 지나가던 병약한 소녀 조시와 대화를 나누게 됨.</a:t>
            </a:r>
            <a:endParaRPr lang="ko-KR" altLang="en-US" sz="1550">
              <a:solidFill>
                <a:srgbClr val="323232"/>
              </a:solidFill>
            </a:endParaRPr>
          </a:p>
          <a:p>
            <a:pPr marL="314500" lvl="0" indent="-314500" algn="just">
              <a:buAutoNum type="arabicPeriod"/>
              <a:defRPr/>
            </a:pPr>
            <a:r>
              <a:rPr lang="ko-KR" altLang="en-US" sz="1550">
                <a:solidFill>
                  <a:srgbClr val="323232"/>
                </a:solidFill>
              </a:rPr>
              <a:t> 조시는 학업 능력을 높이기 위한 유전자 강화인 리프팅을 거친 아이임. 조시는 결국 클라라를 선택하고, 둘은 도시를 떠나 황량한 초원 지대에 있는 집으로 함께 감.</a:t>
            </a:r>
            <a:endParaRPr lang="ko-KR" altLang="en-US" sz="1550">
              <a:solidFill>
                <a:srgbClr val="323232"/>
              </a:solidFill>
            </a:endParaRPr>
          </a:p>
          <a:p>
            <a:pPr marL="314500" lvl="0" indent="-314500" algn="just">
              <a:buAutoNum type="arabicPeriod"/>
              <a:defRPr/>
            </a:pPr>
            <a:r>
              <a:rPr lang="ko-KR" altLang="en-US" sz="1550">
                <a:solidFill>
                  <a:srgbClr val="323232"/>
                </a:solidFill>
              </a:rPr>
              <a:t>그곳에서 클라라는 머리가 좋지만, 리프팅을 받지 않은 릭이라는 아이를 만나게 됨. </a:t>
            </a:r>
            <a:endParaRPr lang="ko-KR" altLang="en-US" sz="1550">
              <a:solidFill>
                <a:srgbClr val="323232"/>
              </a:solidFill>
            </a:endParaRPr>
          </a:p>
          <a:p>
            <a:pPr marL="314500" lvl="0" indent="-314500" algn="just">
              <a:buAutoNum type="arabicPeriod"/>
              <a:defRPr/>
            </a:pPr>
            <a:r>
              <a:rPr lang="ko-KR" altLang="en-US" sz="1550">
                <a:solidFill>
                  <a:srgbClr val="323232"/>
                </a:solidFill>
              </a:rPr>
              <a:t>조시의 병세가 심각해지자 클라라는 자신의 핵심 부품을 희생하여 조시의 회복을 돕고, 조시가 성장하여 떠난 뒤 소임을 다한 클라라는 폐기장에서 조시와의 기억을 회상함.</a:t>
            </a:r>
            <a:endParaRPr lang="ko-KR" altLang="en-US" sz="1550">
              <a:solidFill>
                <a:srgbClr val="323232"/>
              </a:solidFill>
            </a:endParaRPr>
          </a:p>
        </p:txBody>
      </p:sp>
      <p:sp>
        <p:nvSpPr>
          <p:cNvPr id="4" name="TextBox 4"/>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작품 소개</a:t>
            </a:r>
            <a:endParaRPr kumimoji="1" lang="ko-KR" altLang="en-US" sz="3600" b="1">
              <a:solidFill>
                <a:schemeClr val="accent1"/>
              </a:solidFill>
              <a:latin typeface="+mj-ea"/>
              <a:ea typeface="+mj-ea"/>
            </a:endParaRPr>
          </a:p>
        </p:txBody>
      </p:sp>
      <p:sp>
        <p:nvSpPr>
          <p:cNvPr id="5" name="TextBox 5"/>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en-US" altLang="ko-KR" sz="1600" b="1">
              <a:latin typeface="+mj-ea"/>
              <a:ea typeface="+mj-ea"/>
            </a:endParaRPr>
          </a:p>
        </p:txBody>
      </p:sp>
      <p:sp>
        <p:nvSpPr>
          <p:cNvPr id="14" name="TextBox 21"/>
          <p:cNvSpPr txBox="1"/>
          <p:nvPr/>
        </p:nvSpPr>
        <p:spPr>
          <a:xfrm>
            <a:off x="5506073" y="1684923"/>
            <a:ext cx="643506" cy="246221"/>
          </a:xfrm>
          <a:prstGeom prst="rect">
            <a:avLst/>
          </a:prstGeom>
          <a:noFill/>
        </p:spPr>
        <p:txBody>
          <a:bodyPr wrap="none" lIns="0" tIns="0" rIns="0" bIns="0">
            <a:sp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1600" b="1">
                <a:highlight>
                  <a:srgbClr val="f2f2f2"/>
                </a:highlight>
                <a:latin typeface="+mj-ea"/>
                <a:ea typeface="+mj-ea"/>
              </a:rPr>
              <a:t>줄거리</a:t>
            </a:r>
            <a:endParaRPr kumimoji="1" lang="ko-KR" altLang="en-US" sz="1600" b="1">
              <a:highlight>
                <a:srgbClr val="f2f2f2"/>
              </a:highlight>
              <a:latin typeface="+mj-ea"/>
              <a:ea typeface="+mj-ea"/>
            </a:endParaRPr>
          </a:p>
        </p:txBody>
      </p:sp>
      <p:pic>
        <p:nvPicPr>
          <p:cNvPr id="23" name="그림 22"/>
          <p:cNvPicPr>
            <a:picLocks noChangeAspect="1"/>
          </p:cNvPicPr>
          <p:nvPr/>
        </p:nvPicPr>
        <p:blipFill rotWithShape="1">
          <a:blip r:embed="rId2"/>
          <a:srcRect l="2339" r="1559"/>
          <a:stretch>
            <a:fillRect/>
          </a:stretch>
        </p:blipFill>
        <p:spPr>
          <a:xfrm>
            <a:off x="1783466" y="1808034"/>
            <a:ext cx="2339932" cy="4181575"/>
          </a:xfrm>
          <a:prstGeom prst="rect">
            <a:avLst/>
          </a:prstGeom>
        </p:spPr>
      </p:pic>
    </p:spTree>
    <p:extLst>
      <p:ext uri="{BB962C8B-B14F-4D97-AF65-F5344CB8AC3E}">
        <p14:creationId xmlns:p14="http://schemas.microsoft.com/office/powerpoint/2010/main" val="3445925467"/>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작가 맥락</a:t>
            </a:r>
            <a:endParaRPr kumimoji="1" lang="ko-KR" altLang="en-US" sz="3600" b="1">
              <a:solidFill>
                <a:schemeClr val="accent1"/>
              </a:solidFill>
              <a:latin typeface="+mj-ea"/>
              <a:ea typeface="+mj-ea"/>
            </a:endParaRPr>
          </a:p>
        </p:txBody>
      </p:sp>
      <p:sp>
        <p:nvSpPr>
          <p:cNvPr id="3" name="TextBox 2"/>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ko-Kore-KR" altLang="en-US" sz="1600" b="1">
              <a:latin typeface="+mj-ea"/>
              <a:ea typeface="+mj-ea"/>
            </a:endParaRPr>
          </a:p>
        </p:txBody>
      </p:sp>
      <p:sp>
        <p:nvSpPr>
          <p:cNvPr id="4" name="사각형: 둥근 모서리 3"/>
          <p:cNvSpPr/>
          <p:nvPr/>
        </p:nvSpPr>
        <p:spPr>
          <a:xfrm>
            <a:off x="4067126" y="2172095"/>
            <a:ext cx="6149565" cy="1058406"/>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fontScale="92500"/>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mn-ea"/>
                <a:ea typeface="+mn-ea"/>
              </a:rPr>
              <a:t>가즈오 이시구로는 일본계 영국인 소설가로, 영국 사회에 속해 있음에도 늘 자신을 외부인의 시선으로 바라봄</a:t>
            </a:r>
            <a:r>
              <a:rPr lang="en-US" altLang="ko-KR" sz="1200">
                <a:solidFill>
                  <a:schemeClr val="dk1"/>
                </a:solidFill>
                <a:latin typeface="+mn-ea"/>
                <a:ea typeface="+mn-ea"/>
              </a:rPr>
              <a:t>.</a:t>
            </a:r>
            <a:endParaRPr lang="en-US" altLang="ko-KR" sz="1200">
              <a:solidFill>
                <a:schemeClr val="dk1"/>
              </a:solidFill>
              <a:latin typeface="+mn-ea"/>
              <a:ea typeface="+mn-ea"/>
            </a:endParaRPr>
          </a:p>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mn-ea"/>
                <a:ea typeface="+mn-ea"/>
              </a:rPr>
              <a:t>이러한 특징이 반영되어 작품 속 AF(Artificial Friend) 클라라는 인간 사회를 세밀하게 관찰하지만, 그 사회 속하지 못하는 존재로 묘사됨</a:t>
            </a:r>
            <a:r>
              <a:rPr lang="en-US" altLang="ko-KR" sz="1200">
                <a:solidFill>
                  <a:schemeClr val="dk1"/>
                </a:solidFill>
                <a:latin typeface="+mn-ea"/>
                <a:ea typeface="+mn-ea"/>
              </a:rPr>
              <a:t>.</a:t>
            </a:r>
            <a:endParaRPr lang="en-US" altLang="ko-KR" sz="1200">
              <a:solidFill>
                <a:schemeClr val="dk1"/>
              </a:solidFill>
              <a:latin typeface="+mn-ea"/>
              <a:ea typeface="+mn-ea"/>
            </a:endParaRPr>
          </a:p>
        </p:txBody>
      </p:sp>
      <p:sp>
        <p:nvSpPr>
          <p:cNvPr id="5" name="사각형: 둥근 모서리 4"/>
          <p:cNvSpPr/>
          <p:nvPr/>
        </p:nvSpPr>
        <p:spPr>
          <a:xfrm>
            <a:off x="1783754" y="2172095"/>
            <a:ext cx="2122740" cy="1058406"/>
          </a:xfrm>
          <a:prstGeom prst="roundRect">
            <a:avLst>
              <a:gd name="adj" fmla="val 16667"/>
            </a:avLst>
          </a:prstGeom>
          <a:solidFill>
            <a:schemeClr val="accent1"/>
          </a:solidFill>
          <a:ln>
            <a:noFill/>
          </a:ln>
          <a:effectLst>
            <a:outerShdw blurRad="127000" sx="102000" sy="102000" algn="ctr" rotWithShape="0">
              <a:prstClr val="black">
                <a:alpha val="5000"/>
              </a:prstClr>
            </a:outerShdw>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lt1"/>
                </a:solidFill>
                <a:latin typeface="+mj-ea"/>
                <a:ea typeface="+mj-ea"/>
              </a:rPr>
              <a:t>01</a:t>
            </a:r>
            <a:br>
              <a:rPr lang="en-US" altLang="ko-KR" sz="1600" b="1">
                <a:solidFill>
                  <a:schemeClr val="lt1"/>
                </a:solidFill>
                <a:latin typeface="+mj-ea"/>
                <a:ea typeface="+mj-ea"/>
              </a:rPr>
            </a:br>
            <a:r>
              <a:rPr lang="ko-KR" altLang="en-US" sz="1600" b="1">
                <a:solidFill>
                  <a:schemeClr val="lt1"/>
                </a:solidFill>
                <a:latin typeface="+mj-ea"/>
                <a:ea typeface="+mj-ea"/>
              </a:rPr>
              <a:t>작가 생애</a:t>
            </a:r>
            <a:endParaRPr lang="ko-KR" altLang="en-US" sz="1600" b="1">
              <a:solidFill>
                <a:schemeClr val="lt1"/>
              </a:solidFill>
              <a:latin typeface="+mj-ea"/>
              <a:ea typeface="+mj-ea"/>
            </a:endParaRPr>
          </a:p>
        </p:txBody>
      </p:sp>
      <p:sp>
        <p:nvSpPr>
          <p:cNvPr id="6" name="사각형: 둥근 모서리 5"/>
          <p:cNvSpPr/>
          <p:nvPr/>
        </p:nvSpPr>
        <p:spPr>
          <a:xfrm>
            <a:off x="4067126" y="3347249"/>
            <a:ext cx="6149565" cy="1026947"/>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lnSpcReduction="10000"/>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432000" lvl="1" indent="0" algn="l" latinLnBrk="1">
              <a:lnSpc>
                <a:spcPct val="120000"/>
              </a:lnSpc>
              <a:spcAft>
                <a:spcPct val="15000"/>
              </a:spcAft>
              <a:buClr>
                <a:schemeClr val="accent3"/>
              </a:buClr>
              <a:buFont typeface="Arial"/>
              <a:buNone/>
              <a:defRPr/>
            </a:pPr>
            <a:r>
              <a:rPr lang="ko-KR" altLang="en-US" sz="1200">
                <a:solidFill>
                  <a:schemeClr val="dk1"/>
                </a:solidFill>
                <a:latin typeface="+mn-ea"/>
                <a:ea typeface="+mn-ea"/>
              </a:rPr>
              <a:t>작가는 스스로에게 이런 질문을 던짐</a:t>
            </a:r>
            <a:r>
              <a:rPr lang="en-US" altLang="ko-KR" sz="1200">
                <a:solidFill>
                  <a:schemeClr val="dk1"/>
                </a:solidFill>
                <a:latin typeface="+mn-ea"/>
                <a:ea typeface="+mn-ea"/>
              </a:rPr>
              <a:t>:</a:t>
            </a:r>
            <a:endParaRPr lang="en-US" altLang="ko-KR" sz="1200">
              <a:solidFill>
                <a:schemeClr val="dk1"/>
              </a:solidFill>
              <a:latin typeface="+mn-ea"/>
              <a:ea typeface="+mn-ea"/>
            </a:endParaRPr>
          </a:p>
          <a:p>
            <a:pPr marL="618300" lvl="1" indent="-186300" algn="l" latinLnBrk="1">
              <a:lnSpc>
                <a:spcPct val="120000"/>
              </a:lnSpc>
              <a:spcAft>
                <a:spcPct val="15000"/>
              </a:spcAft>
              <a:buClr>
                <a:schemeClr val="accent3"/>
              </a:buClr>
              <a:buFont typeface="Arial"/>
              <a:buChar char="•"/>
              <a:defRPr/>
            </a:pPr>
            <a:r>
              <a:rPr lang="en-US" altLang="ko-KR" sz="1200">
                <a:solidFill>
                  <a:schemeClr val="dk1"/>
                </a:solidFill>
                <a:latin typeface="+mn-ea"/>
                <a:ea typeface="+mn-ea"/>
              </a:rPr>
              <a:t>“우리 인간은 우리의 특별함을 다소 과대평가한 건 아닐까?”</a:t>
            </a:r>
            <a:r>
              <a:rPr lang="ko-KR" altLang="en-US" sz="1200">
                <a:solidFill>
                  <a:schemeClr val="dk1"/>
                </a:solidFill>
                <a:latin typeface="+mn-ea"/>
                <a:ea typeface="+mn-ea"/>
              </a:rPr>
              <a:t> </a:t>
            </a:r>
            <a:endParaRPr lang="ko-KR" altLang="en-US" sz="1200">
              <a:solidFill>
                <a:schemeClr val="dk1"/>
              </a:solidFill>
              <a:latin typeface="+mn-ea"/>
              <a:ea typeface="+mn-ea"/>
            </a:endParaRPr>
          </a:p>
          <a:p>
            <a:pPr marL="618300" lvl="1" indent="-186300" algn="l" latinLnBrk="1">
              <a:lnSpc>
                <a:spcPct val="120000"/>
              </a:lnSpc>
              <a:spcAft>
                <a:spcPct val="15000"/>
              </a:spcAft>
              <a:buClr>
                <a:schemeClr val="accent3"/>
              </a:buClr>
              <a:buFont typeface="Arial"/>
              <a:buChar char="•"/>
              <a:defRPr/>
            </a:pPr>
            <a:r>
              <a:rPr lang="en-US" altLang="ko-KR" sz="1200">
                <a:solidFill>
                  <a:schemeClr val="dk1"/>
                </a:solidFill>
                <a:latin typeface="+mn-ea"/>
                <a:ea typeface="+mn-ea"/>
              </a:rPr>
              <a:t>“우리는 우리가 생각하는 것만큼 특별할까?”</a:t>
            </a:r>
            <a:endParaRPr lang="en-US" altLang="ko-KR" sz="1200">
              <a:solidFill>
                <a:schemeClr val="dk1"/>
              </a:solidFill>
              <a:latin typeface="+mn-ea"/>
              <a:ea typeface="+mn-ea"/>
            </a:endParaRPr>
          </a:p>
        </p:txBody>
      </p:sp>
      <p:sp>
        <p:nvSpPr>
          <p:cNvPr id="7" name="사각형: 둥근 모서리 6"/>
          <p:cNvSpPr/>
          <p:nvPr/>
        </p:nvSpPr>
        <p:spPr>
          <a:xfrm>
            <a:off x="1783754" y="3347249"/>
            <a:ext cx="2122740" cy="1026947"/>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02</a:t>
            </a:r>
            <a:br>
              <a:rPr lang="en-US" altLang="ko-KR" sz="1600" b="1">
                <a:solidFill>
                  <a:srgbClr val="3c5dff"/>
                </a:solidFill>
                <a:latin typeface="+mj-ea"/>
                <a:ea typeface="+mj-ea"/>
              </a:rPr>
            </a:br>
            <a:r>
              <a:rPr lang="ko-KR" altLang="en-US" sz="1600" b="1">
                <a:solidFill>
                  <a:schemeClr val="dk1"/>
                </a:solidFill>
                <a:latin typeface="+mj-ea"/>
                <a:ea typeface="+mj-ea"/>
              </a:rPr>
              <a:t>작가 심리 상태</a:t>
            </a:r>
            <a:endParaRPr lang="ko-KR" altLang="en-US" sz="1600" b="1">
              <a:solidFill>
                <a:schemeClr val="dk1"/>
              </a:solidFill>
              <a:latin typeface="+mj-ea"/>
              <a:ea typeface="+mj-ea"/>
            </a:endParaRPr>
          </a:p>
        </p:txBody>
      </p:sp>
      <p:sp>
        <p:nvSpPr>
          <p:cNvPr id="8" name="사각형: 둥근 모서리 7"/>
          <p:cNvSpPr/>
          <p:nvPr/>
        </p:nvSpPr>
        <p:spPr>
          <a:xfrm>
            <a:off x="4067126" y="4490656"/>
            <a:ext cx="6149565" cy="1058985"/>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432000" lvl="1" indent="0" algn="l" latinLnBrk="1">
              <a:lnSpc>
                <a:spcPct val="120000"/>
              </a:lnSpc>
              <a:spcAft>
                <a:spcPct val="15000"/>
              </a:spcAft>
              <a:buClr>
                <a:schemeClr val="accent3"/>
              </a:buClr>
              <a:buFont typeface="Arial"/>
              <a:buNone/>
              <a:defRPr/>
            </a:pPr>
            <a:r>
              <a:rPr lang="ja-JP" altLang="en-US" sz="1200">
                <a:solidFill>
                  <a:schemeClr val="dk1"/>
                </a:solidFill>
                <a:latin typeface="Calibri"/>
                <a:ea typeface="맑은 고딕"/>
              </a:rPr>
              <a:t>『클라라와 태양』은</a:t>
            </a:r>
            <a:r>
              <a:rPr lang="ko-KR" altLang="en-US" sz="1200">
                <a:solidFill>
                  <a:schemeClr val="dk1"/>
                </a:solidFill>
                <a:latin typeface="Calibri"/>
                <a:ea typeface="맑은 고딕"/>
              </a:rPr>
              <a:t> 다음과 같은 생각을 가지고 집필됨</a:t>
            </a:r>
            <a:r>
              <a:rPr lang="en-US" altLang="ko-KR" sz="1200">
                <a:solidFill>
                  <a:schemeClr val="dk1"/>
                </a:solidFill>
                <a:latin typeface="Calibri"/>
                <a:ea typeface="맑은 고딕"/>
              </a:rPr>
              <a:t>:</a:t>
            </a:r>
            <a:endParaRPr lang="en-US" altLang="ko-KR" sz="1200">
              <a:solidFill>
                <a:schemeClr val="dk1"/>
              </a:solidFill>
              <a:latin typeface="Calibri"/>
              <a:ea typeface="맑은 고딕"/>
            </a:endParaRPr>
          </a:p>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Calibri"/>
                <a:ea typeface="맑은 고딕"/>
              </a:rPr>
              <a:t>선에 대한 더 많은 희망과 믿음이 있는 책을 쓰고 싶다</a:t>
            </a:r>
            <a:endParaRPr lang="ko-KR" altLang="en-US" sz="1200">
              <a:solidFill>
                <a:schemeClr val="dk1"/>
              </a:solidFill>
              <a:latin typeface="Calibri"/>
              <a:ea typeface="맑은 고딕"/>
            </a:endParaRPr>
          </a:p>
          <a:p>
            <a:pPr marL="618300" lvl="1" indent="-186300" algn="l" latinLnBrk="1">
              <a:lnSpc>
                <a:spcPct val="120000"/>
              </a:lnSpc>
              <a:spcAft>
                <a:spcPct val="15000"/>
              </a:spcAft>
              <a:buClr>
                <a:schemeClr val="accent3"/>
              </a:buClr>
              <a:buFont typeface="Arial"/>
              <a:buChar char="•"/>
              <a:defRPr/>
            </a:pPr>
            <a:r>
              <a:rPr lang="ja-JP" altLang="en-US" sz="1200">
                <a:solidFill>
                  <a:schemeClr val="dk1"/>
                </a:solidFill>
                <a:latin typeface="Calibri"/>
                <a:ea typeface="맑은 고딕"/>
              </a:rPr>
              <a:t>『</a:t>
            </a:r>
            <a:r>
              <a:rPr lang="ko-KR" altLang="en-US" sz="1200">
                <a:solidFill>
                  <a:schemeClr val="dk1"/>
                </a:solidFill>
                <a:latin typeface="Calibri"/>
                <a:ea typeface="맑은 고딕"/>
              </a:rPr>
              <a:t>나를 보내지 마</a:t>
            </a:r>
            <a:r>
              <a:rPr lang="ja-JP" altLang="en-US" sz="1200">
                <a:solidFill>
                  <a:schemeClr val="dk1"/>
                </a:solidFill>
                <a:latin typeface="Calibri"/>
                <a:ea typeface="맑은 고딕"/>
              </a:rPr>
              <a:t>』</a:t>
            </a:r>
            <a:r>
              <a:rPr lang="ko-KR" altLang="en-US" sz="1200">
                <a:solidFill>
                  <a:schemeClr val="dk1"/>
                </a:solidFill>
                <a:latin typeface="Calibri"/>
                <a:ea typeface="맑은 고딕"/>
              </a:rPr>
              <a:t>의 슬픔에 대한 응답 또는 답변 같은 책을 쓰고 싶다</a:t>
            </a:r>
            <a:endParaRPr lang="ko-KR" altLang="en-US" sz="1200">
              <a:solidFill>
                <a:schemeClr val="dk1"/>
              </a:solidFill>
              <a:latin typeface="Calibri"/>
              <a:ea typeface="맑은 고딕"/>
            </a:endParaRPr>
          </a:p>
        </p:txBody>
      </p:sp>
      <p:sp>
        <p:nvSpPr>
          <p:cNvPr id="9" name="사각형: 둥근 모서리 8"/>
          <p:cNvSpPr/>
          <p:nvPr/>
        </p:nvSpPr>
        <p:spPr>
          <a:xfrm>
            <a:off x="1783754" y="4490656"/>
            <a:ext cx="2122740" cy="1058985"/>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03</a:t>
            </a:r>
            <a:br>
              <a:rPr lang="en-US" altLang="ko-KR" sz="1600" b="1">
                <a:solidFill>
                  <a:srgbClr val="3c5dff"/>
                </a:solidFill>
                <a:latin typeface="+mj-ea"/>
                <a:ea typeface="+mj-ea"/>
              </a:rPr>
            </a:br>
            <a:r>
              <a:rPr lang="ko-KR" altLang="en-US" sz="1600" b="1">
                <a:solidFill>
                  <a:schemeClr val="dk1"/>
                </a:solidFill>
                <a:latin typeface="+mj-ea"/>
                <a:ea typeface="+mj-ea"/>
              </a:rPr>
              <a:t>작가 창작 동기</a:t>
            </a:r>
            <a:endParaRPr lang="ko-KR" altLang="en-US" sz="1600" b="1">
              <a:solidFill>
                <a:schemeClr val="dk1"/>
              </a:solidFill>
              <a:latin typeface="+mj-ea"/>
              <a:ea typeface="+mj-ea"/>
            </a:endParaRPr>
          </a:p>
        </p:txBody>
      </p:sp>
    </p:spTree>
    <p:extLst>
      <p:ext uri="{BB962C8B-B14F-4D97-AF65-F5344CB8AC3E}">
        <p14:creationId xmlns:p14="http://schemas.microsoft.com/office/powerpoint/2010/main" val="2951480274"/>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사회·문화적 맥락</a:t>
            </a:r>
            <a:endParaRPr kumimoji="1" lang="ko-KR" altLang="en-US" sz="3600" b="1">
              <a:solidFill>
                <a:schemeClr val="accent1"/>
              </a:solidFill>
              <a:latin typeface="+mj-ea"/>
              <a:ea typeface="+mj-ea"/>
            </a:endParaRPr>
          </a:p>
        </p:txBody>
      </p:sp>
      <p:sp>
        <p:nvSpPr>
          <p:cNvPr id="3" name="TextBox 2"/>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ko-Kore-KR" altLang="en-US" sz="1600" b="1">
              <a:latin typeface="+mj-ea"/>
              <a:ea typeface="+mj-ea"/>
            </a:endParaRPr>
          </a:p>
        </p:txBody>
      </p:sp>
      <p:sp>
        <p:nvSpPr>
          <p:cNvPr id="4" name="사각형: 둥근 모서리 3"/>
          <p:cNvSpPr/>
          <p:nvPr/>
        </p:nvSpPr>
        <p:spPr>
          <a:xfrm>
            <a:off x="4067126" y="2172095"/>
            <a:ext cx="6149565" cy="1058406"/>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ko-KR" altLang="en-US" sz="1300">
                <a:solidFill>
                  <a:schemeClr val="dk1"/>
                </a:solidFill>
                <a:latin typeface="+mn-ea"/>
                <a:ea typeface="+mn-ea"/>
              </a:rPr>
              <a:t>아이들은 지능과 신체 능력을 향상하기 위해 시행되는 유전자 조작 시술인 리프팅을 받음 ⟹ 사교육 경쟁과 유사해 보임</a:t>
            </a:r>
            <a:endParaRPr lang="ko-KR" altLang="en-US" sz="1300">
              <a:solidFill>
                <a:schemeClr val="dk1"/>
              </a:solidFill>
              <a:latin typeface="+mn-ea"/>
              <a:ea typeface="+mn-ea"/>
            </a:endParaRPr>
          </a:p>
        </p:txBody>
      </p:sp>
      <p:sp>
        <p:nvSpPr>
          <p:cNvPr id="5" name="사각형: 둥근 모서리 4"/>
          <p:cNvSpPr/>
          <p:nvPr/>
        </p:nvSpPr>
        <p:spPr>
          <a:xfrm>
            <a:off x="1783754" y="2172095"/>
            <a:ext cx="2122740" cy="1058406"/>
          </a:xfrm>
          <a:prstGeom prst="roundRect">
            <a:avLst>
              <a:gd name="adj" fmla="val 16667"/>
            </a:avLst>
          </a:prstGeom>
          <a:solidFill>
            <a:schemeClr val="accent1"/>
          </a:solidFill>
          <a:ln>
            <a:noFill/>
          </a:ln>
          <a:effectLst>
            <a:outerShdw blurRad="127000" sx="102000" sy="102000" algn="ctr" rotWithShape="0">
              <a:prstClr val="black">
                <a:alpha val="5000"/>
              </a:prstClr>
            </a:outerShdw>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lt1"/>
                </a:solidFill>
                <a:latin typeface="+mj-ea"/>
                <a:ea typeface="+mj-ea"/>
              </a:rPr>
              <a:t>01</a:t>
            </a:r>
            <a:br>
              <a:rPr lang="en-US" altLang="ko-KR" sz="1600" b="1">
                <a:solidFill>
                  <a:schemeClr val="lt1"/>
                </a:solidFill>
                <a:latin typeface="+mj-ea"/>
                <a:ea typeface="+mj-ea"/>
              </a:rPr>
            </a:br>
            <a:r>
              <a:rPr lang="ko-KR" altLang="en-US" sz="1600" b="1">
                <a:solidFill>
                  <a:schemeClr val="lt1"/>
                </a:solidFill>
                <a:latin typeface="+mj-ea"/>
                <a:ea typeface="+mj-ea"/>
              </a:rPr>
              <a:t>교육 경쟁</a:t>
            </a:r>
            <a:endParaRPr lang="ko-KR" altLang="en-US" sz="1600" b="1">
              <a:solidFill>
                <a:schemeClr val="lt1"/>
              </a:solidFill>
              <a:latin typeface="+mj-ea"/>
              <a:ea typeface="+mj-ea"/>
            </a:endParaRPr>
          </a:p>
        </p:txBody>
      </p:sp>
      <p:sp>
        <p:nvSpPr>
          <p:cNvPr id="6" name="사각형: 둥근 모서리 5"/>
          <p:cNvSpPr/>
          <p:nvPr/>
        </p:nvSpPr>
        <p:spPr>
          <a:xfrm>
            <a:off x="4067126" y="3347249"/>
            <a:ext cx="6149565" cy="1026947"/>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ko-KR" altLang="en-US" sz="1300">
                <a:solidFill>
                  <a:schemeClr val="dk1"/>
                </a:solidFill>
                <a:latin typeface="+mn-ea"/>
                <a:ea typeface="+mn-ea"/>
              </a:rPr>
              <a:t>상류층 진입과 성공을 위해 유전자 강화 시술인 리프팅을 받아야 함   ⟹ 상류층 자제가 아니면 성공이 어려움</a:t>
            </a:r>
            <a:endParaRPr lang="ko-KR" altLang="en-US" sz="1300">
              <a:solidFill>
                <a:schemeClr val="dk1"/>
              </a:solidFill>
              <a:latin typeface="+mn-ea"/>
              <a:ea typeface="+mn-ea"/>
            </a:endParaRPr>
          </a:p>
        </p:txBody>
      </p:sp>
      <p:sp>
        <p:nvSpPr>
          <p:cNvPr id="7" name="사각형: 둥근 모서리 6"/>
          <p:cNvSpPr/>
          <p:nvPr/>
        </p:nvSpPr>
        <p:spPr>
          <a:xfrm>
            <a:off x="1783754" y="3347249"/>
            <a:ext cx="2122740" cy="1026947"/>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02</a:t>
            </a:r>
            <a:br>
              <a:rPr lang="en-US" altLang="ko-KR" sz="1600" b="1">
                <a:solidFill>
                  <a:srgbClr val="3c5dff"/>
                </a:solidFill>
                <a:latin typeface="+mj-ea"/>
                <a:ea typeface="+mj-ea"/>
              </a:rPr>
            </a:br>
            <a:r>
              <a:rPr lang="ko-KR" altLang="en-US" sz="1600" b="1">
                <a:solidFill>
                  <a:schemeClr val="dk1"/>
                </a:solidFill>
                <a:latin typeface="+mj-ea"/>
                <a:ea typeface="+mj-ea"/>
              </a:rPr>
              <a:t>사회적 양극화</a:t>
            </a:r>
            <a:endParaRPr lang="ko-KR" altLang="en-US" sz="1600" b="1">
              <a:solidFill>
                <a:schemeClr val="dk1"/>
              </a:solidFill>
              <a:latin typeface="+mj-ea"/>
              <a:ea typeface="+mj-ea"/>
            </a:endParaRPr>
          </a:p>
        </p:txBody>
      </p:sp>
      <p:sp>
        <p:nvSpPr>
          <p:cNvPr id="8" name="사각형: 둥근 모서리 7"/>
          <p:cNvSpPr/>
          <p:nvPr/>
        </p:nvSpPr>
        <p:spPr>
          <a:xfrm>
            <a:off x="4067126" y="4490656"/>
            <a:ext cx="6149565" cy="1058985"/>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ko-KR" altLang="en-US" sz="1300">
                <a:solidFill>
                  <a:schemeClr val="dk1"/>
                </a:solidFill>
                <a:latin typeface="Calibri"/>
                <a:ea typeface="맑은 고딕"/>
              </a:rPr>
              <a:t>인공지능이 인간의 직업을 대체하는 모습 ⟹ 자동화 기술의 발전으로 인해 나타나는 일자리 변화 등 현대 사회의 문제를 반영 </a:t>
            </a:r>
            <a:endParaRPr lang="ko-KR" altLang="en-US" sz="1300">
              <a:solidFill>
                <a:schemeClr val="dk1"/>
              </a:solidFill>
              <a:latin typeface="Calibri"/>
              <a:ea typeface="맑은 고딕"/>
            </a:endParaRPr>
          </a:p>
        </p:txBody>
      </p:sp>
      <p:sp>
        <p:nvSpPr>
          <p:cNvPr id="9" name="사각형: 둥근 모서리 8"/>
          <p:cNvSpPr/>
          <p:nvPr/>
        </p:nvSpPr>
        <p:spPr>
          <a:xfrm>
            <a:off x="1783754" y="4490656"/>
            <a:ext cx="2122740" cy="1058985"/>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03</a:t>
            </a:r>
            <a:br>
              <a:rPr lang="en-US" altLang="ko-KR" sz="1600" b="1">
                <a:solidFill>
                  <a:srgbClr val="3c5dff"/>
                </a:solidFill>
                <a:latin typeface="+mj-ea"/>
                <a:ea typeface="+mj-ea"/>
              </a:rPr>
            </a:br>
            <a:r>
              <a:rPr lang="ko-KR" altLang="en-US" sz="1600" b="1">
                <a:solidFill>
                  <a:schemeClr val="dk1"/>
                </a:solidFill>
                <a:latin typeface="+mj-ea"/>
                <a:ea typeface="+mj-ea"/>
              </a:rPr>
              <a:t>인간 소외 현상</a:t>
            </a:r>
            <a:endParaRPr lang="ko-KR" altLang="en-US" sz="1600" b="1">
              <a:solidFill>
                <a:schemeClr val="dk1"/>
              </a:solidFill>
              <a:latin typeface="+mj-ea"/>
              <a:ea typeface="+mj-ea"/>
            </a:endParaRPr>
          </a:p>
        </p:txBody>
      </p:sp>
    </p:spTree>
    <p:extLst>
      <p:ext uri="{BB962C8B-B14F-4D97-AF65-F5344CB8AC3E}">
        <p14:creationId xmlns:p14="http://schemas.microsoft.com/office/powerpoint/2010/main" val="708943726"/>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순서도: 처리 1"/>
          <p:cNvSpPr/>
          <p:nvPr/>
        </p:nvSpPr>
        <p:spPr>
          <a:xfrm>
            <a:off x="1542534" y="3910616"/>
            <a:ext cx="9106931" cy="20908"/>
          </a:xfrm>
          <a:prstGeom prst="flowChartProcess">
            <a:avLst/>
          </a:prstGeom>
          <a:solidFill>
            <a:schemeClr val="accent5"/>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 name="설명선: 선 2"/>
          <p:cNvSpPr/>
          <p:nvPr/>
        </p:nvSpPr>
        <p:spPr>
          <a:xfrm>
            <a:off x="2660983" y="3726277"/>
            <a:ext cx="0" cy="146576"/>
          </a:xfrm>
          <a:prstGeom prst="borderCallout1">
            <a:avLst>
              <a:gd name="adj1" fmla="val 18750"/>
              <a:gd name="adj2" fmla="val -8333"/>
              <a:gd name="adj3" fmla="val 112500"/>
              <a:gd name="adj4" fmla="val -38333"/>
            </a:avLst>
          </a:prstGeom>
          <a:ln w="9525">
            <a:solidFill>
              <a:schemeClr val="accent5"/>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 name="타원 3"/>
          <p:cNvSpPr/>
          <p:nvPr/>
        </p:nvSpPr>
        <p:spPr>
          <a:xfrm>
            <a:off x="2615543" y="3875630"/>
            <a:ext cx="89991" cy="89991"/>
          </a:xfrm>
          <a:prstGeom prst="ellipse">
            <a:avLst/>
          </a:prstGeom>
          <a:solidFill>
            <a:srgbClr val="3c5dff"/>
          </a:solidFill>
          <a:ln>
            <a:noFill/>
          </a:ln>
          <a:effectLst>
            <a:outerShdw blurRad="254000" sx="102000" sy="102000" algn="ctr" rotWithShape="0">
              <a:srgbClr val="3c5dff">
                <a:alpha val="10000"/>
              </a:srgbClr>
            </a:outerShdw>
          </a:effectLst>
        </p:spPr>
        <p:style>
          <a:lnRef idx="2">
            <a:scrgbClr r="0" g="0" b="0"/>
          </a:lnRef>
          <a:fillRef idx="1">
            <a:scrgbClr r="0" g="0" b="0"/>
          </a:fillRef>
          <a:effectRef idx="0">
            <a:scrgbClr r="0" g="0" b="0"/>
          </a:effectRef>
          <a:fontRef idx="minor">
            <a:schemeClr val="lt1"/>
          </a:fontRef>
        </p:style>
        <p:txBody>
          <a:bodyPr anchor="ctr"/>
          <a:lstStyle>
            <a:lvl1pPr marL="0" indent="0" algn="l" defTabSz="232257" rtl="0">
              <a:lnSpc>
                <a:spcPct val="100000"/>
              </a:lnSpc>
              <a:spcBef>
                <a:spcPct val="0"/>
              </a:spcBef>
              <a:spcAft>
                <a:spcPts val="0"/>
              </a:spcAft>
              <a:defRPr kumimoji="0" sz="1800" b="0" i="0" u="none" strike="noStrike" kern="1200" cap="none" spc="0" normalizeH="0" baseline="0">
                <a:solidFill>
                  <a:schemeClr val="lt1"/>
                </a:solidFill>
              </a:defRPr>
            </a:lvl1pPr>
          </a:lstStyle>
          <a:p>
            <a:pPr lvl="0" algn="ctr">
              <a:defRPr/>
            </a:pPr>
            <a:endParaRPr lang="ko-KR" altLang="en-US">
              <a:solidFill>
                <a:schemeClr val="accent1"/>
              </a:solidFill>
            </a:endParaRPr>
          </a:p>
        </p:txBody>
      </p:sp>
      <p:sp>
        <p:nvSpPr>
          <p:cNvPr id="5" name="설명선: 선 4"/>
          <p:cNvSpPr/>
          <p:nvPr/>
        </p:nvSpPr>
        <p:spPr>
          <a:xfrm>
            <a:off x="4378491" y="3966510"/>
            <a:ext cx="0" cy="146576"/>
          </a:xfrm>
          <a:prstGeom prst="borderCallout1">
            <a:avLst>
              <a:gd name="adj1" fmla="val 18750"/>
              <a:gd name="adj2" fmla="val -8333"/>
              <a:gd name="adj3" fmla="val 112500"/>
              <a:gd name="adj4" fmla="val -38333"/>
            </a:avLst>
          </a:prstGeom>
          <a:ln w="9525">
            <a:solidFill>
              <a:schemeClr val="accent5"/>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타원 5"/>
          <p:cNvSpPr/>
          <p:nvPr/>
        </p:nvSpPr>
        <p:spPr>
          <a:xfrm>
            <a:off x="4333051" y="3875630"/>
            <a:ext cx="90880" cy="90880"/>
          </a:xfrm>
          <a:prstGeom prst="ellipse">
            <a:avLst/>
          </a:prstGeom>
          <a:solidFill>
            <a:srgbClr val="3c5df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lvl1pPr marL="0" indent="0" algn="l" defTabSz="232257" rtl="0">
              <a:lnSpc>
                <a:spcPct val="100000"/>
              </a:lnSpc>
              <a:spcBef>
                <a:spcPct val="0"/>
              </a:spcBef>
              <a:spcAft>
                <a:spcPts val="0"/>
              </a:spcAft>
              <a:defRPr kumimoji="0" sz="1800" b="0" i="0" u="none" strike="noStrike" kern="1200" cap="none" spc="0" normalizeH="0" baseline="0">
                <a:solidFill>
                  <a:schemeClr val="lt1"/>
                </a:solidFill>
              </a:defRPr>
            </a:lvl1pPr>
          </a:lstStyle>
          <a:p>
            <a:pPr lvl="0" algn="ctr">
              <a:defRPr/>
            </a:pPr>
            <a:endParaRPr lang="ko-KR" altLang="en-US">
              <a:solidFill>
                <a:schemeClr val="accent1"/>
              </a:solidFill>
            </a:endParaRPr>
          </a:p>
        </p:txBody>
      </p:sp>
      <p:sp>
        <p:nvSpPr>
          <p:cNvPr id="7" name="설명선: 선 6"/>
          <p:cNvSpPr/>
          <p:nvPr/>
        </p:nvSpPr>
        <p:spPr>
          <a:xfrm>
            <a:off x="6096000" y="3726277"/>
            <a:ext cx="0" cy="146576"/>
          </a:xfrm>
          <a:prstGeom prst="borderCallout1">
            <a:avLst>
              <a:gd name="adj1" fmla="val 18750"/>
              <a:gd name="adj2" fmla="val -8333"/>
              <a:gd name="adj3" fmla="val 112500"/>
              <a:gd name="adj4" fmla="val -38333"/>
            </a:avLst>
          </a:prstGeom>
          <a:ln w="9525">
            <a:solidFill>
              <a:schemeClr val="accent5"/>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타원 7"/>
          <p:cNvSpPr/>
          <p:nvPr/>
        </p:nvSpPr>
        <p:spPr>
          <a:xfrm>
            <a:off x="6050559" y="3875630"/>
            <a:ext cx="90880" cy="90880"/>
          </a:xfrm>
          <a:prstGeom prst="ellipse">
            <a:avLst/>
          </a:prstGeom>
          <a:solidFill>
            <a:srgbClr val="3c5df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lvl1pPr marL="0" indent="0" algn="l" defTabSz="232257" rtl="0">
              <a:lnSpc>
                <a:spcPct val="100000"/>
              </a:lnSpc>
              <a:spcBef>
                <a:spcPct val="0"/>
              </a:spcBef>
              <a:spcAft>
                <a:spcPts val="0"/>
              </a:spcAft>
              <a:defRPr kumimoji="0" sz="1800" b="0" i="0" u="none" strike="noStrike" kern="1200" cap="none" spc="0" normalizeH="0" baseline="0">
                <a:solidFill>
                  <a:schemeClr val="lt1"/>
                </a:solidFill>
              </a:defRPr>
            </a:lvl1pPr>
          </a:lstStyle>
          <a:p>
            <a:pPr lvl="0" algn="ctr">
              <a:defRPr/>
            </a:pPr>
            <a:endParaRPr lang="ko-KR" altLang="en-US">
              <a:solidFill>
                <a:schemeClr val="accent1"/>
              </a:solidFill>
            </a:endParaRPr>
          </a:p>
        </p:txBody>
      </p:sp>
      <p:sp>
        <p:nvSpPr>
          <p:cNvPr id="9" name="설명선: 선 8"/>
          <p:cNvSpPr/>
          <p:nvPr/>
        </p:nvSpPr>
        <p:spPr>
          <a:xfrm>
            <a:off x="7813506" y="3966510"/>
            <a:ext cx="0" cy="146576"/>
          </a:xfrm>
          <a:prstGeom prst="borderCallout1">
            <a:avLst>
              <a:gd name="adj1" fmla="val 18750"/>
              <a:gd name="adj2" fmla="val -8333"/>
              <a:gd name="adj3" fmla="val 112500"/>
              <a:gd name="adj4" fmla="val -38333"/>
            </a:avLst>
          </a:prstGeom>
          <a:ln w="9525">
            <a:solidFill>
              <a:schemeClr val="accent5"/>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타원 9"/>
          <p:cNvSpPr/>
          <p:nvPr/>
        </p:nvSpPr>
        <p:spPr>
          <a:xfrm>
            <a:off x="7768067" y="3875630"/>
            <a:ext cx="90880" cy="90880"/>
          </a:xfrm>
          <a:prstGeom prst="ellipse">
            <a:avLst/>
          </a:prstGeom>
          <a:solidFill>
            <a:srgbClr val="3c5df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lvl1pPr marL="0" indent="0" algn="l" defTabSz="232257" rtl="0">
              <a:lnSpc>
                <a:spcPct val="100000"/>
              </a:lnSpc>
              <a:spcBef>
                <a:spcPct val="0"/>
              </a:spcBef>
              <a:spcAft>
                <a:spcPts val="0"/>
              </a:spcAft>
              <a:defRPr kumimoji="0" sz="1800" b="0" i="0" u="none" strike="noStrike" kern="1200" cap="none" spc="0" normalizeH="0" baseline="0">
                <a:solidFill>
                  <a:schemeClr val="lt1"/>
                </a:solidFill>
              </a:defRPr>
            </a:lvl1pPr>
          </a:lstStyle>
          <a:p>
            <a:pPr lvl="0" algn="ctr">
              <a:defRPr/>
            </a:pPr>
            <a:endParaRPr lang="ko-KR" altLang="en-US">
              <a:solidFill>
                <a:schemeClr val="accent1"/>
              </a:solidFill>
            </a:endParaRPr>
          </a:p>
        </p:txBody>
      </p:sp>
      <p:sp>
        <p:nvSpPr>
          <p:cNvPr id="11" name="설명선: 선 10"/>
          <p:cNvSpPr/>
          <p:nvPr/>
        </p:nvSpPr>
        <p:spPr>
          <a:xfrm>
            <a:off x="9531015" y="3726277"/>
            <a:ext cx="0" cy="146576"/>
          </a:xfrm>
          <a:prstGeom prst="borderCallout1">
            <a:avLst>
              <a:gd name="adj1" fmla="val 18750"/>
              <a:gd name="adj2" fmla="val -8333"/>
              <a:gd name="adj3" fmla="val 112500"/>
              <a:gd name="adj4" fmla="val -38333"/>
            </a:avLst>
          </a:prstGeom>
          <a:ln w="9525">
            <a:solidFill>
              <a:schemeClr val="accent5"/>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타원 11"/>
          <p:cNvSpPr/>
          <p:nvPr/>
        </p:nvSpPr>
        <p:spPr>
          <a:xfrm>
            <a:off x="9485575" y="3875630"/>
            <a:ext cx="90880" cy="90880"/>
          </a:xfrm>
          <a:prstGeom prst="ellipse">
            <a:avLst/>
          </a:prstGeom>
          <a:solidFill>
            <a:srgbClr val="3c5df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nchor="ctr"/>
          <a:lstStyle>
            <a:lvl1pPr marL="0" indent="0" algn="l" defTabSz="232257" rtl="0">
              <a:lnSpc>
                <a:spcPct val="100000"/>
              </a:lnSpc>
              <a:spcBef>
                <a:spcPct val="0"/>
              </a:spcBef>
              <a:spcAft>
                <a:spcPts val="0"/>
              </a:spcAft>
              <a:defRPr kumimoji="0" sz="1800" b="0" i="0" u="none" strike="noStrike" kern="1200" cap="none" spc="0" normalizeH="0" baseline="0">
                <a:solidFill>
                  <a:schemeClr val="lt1"/>
                </a:solidFill>
              </a:defRPr>
            </a:lvl1pPr>
          </a:lstStyle>
          <a:p>
            <a:pPr lvl="0" algn="ctr">
              <a:defRPr/>
            </a:pPr>
            <a:endParaRPr lang="ko-KR" altLang="en-US">
              <a:solidFill>
                <a:schemeClr val="accent1"/>
              </a:solidFill>
            </a:endParaRPr>
          </a:p>
        </p:txBody>
      </p:sp>
      <p:sp>
        <p:nvSpPr>
          <p:cNvPr id="13" name="TextBox 12"/>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사회·문화적 맥락</a:t>
            </a:r>
            <a:endParaRPr kumimoji="1" lang="ko-KR" altLang="en-US" sz="3600" b="1">
              <a:solidFill>
                <a:schemeClr val="accent1"/>
              </a:solidFill>
              <a:latin typeface="+mj-ea"/>
              <a:ea typeface="+mj-ea"/>
            </a:endParaRPr>
          </a:p>
        </p:txBody>
      </p:sp>
      <p:sp>
        <p:nvSpPr>
          <p:cNvPr id="14" name="TextBox 13"/>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en-US" altLang="ko-KR" sz="1600" b="1">
              <a:solidFill>
                <a:schemeClr val="dk1"/>
              </a:solidFill>
              <a:latin typeface="+mj-ea"/>
              <a:ea typeface="+mj-ea"/>
            </a:endParaRPr>
          </a:p>
        </p:txBody>
      </p:sp>
      <p:sp>
        <p:nvSpPr>
          <p:cNvPr id="15" name="TextBox 41"/>
          <p:cNvSpPr txBox="1"/>
          <p:nvPr/>
        </p:nvSpPr>
        <p:spPr>
          <a:xfrm>
            <a:off x="2135450" y="3356990"/>
            <a:ext cx="1296180" cy="321691"/>
          </a:xfrm>
          <a:prstGeom prst="rect">
            <a:avLst/>
          </a:prstGeom>
          <a:noFill/>
        </p:spPr>
        <p:txBody>
          <a:bodyPr wrap="square" lIns="0" tIns="0" rIns="0" bIns="0">
            <a:normAutofit fontScale="925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lang="en-US" altLang="ko-KR" sz="1600" b="1">
                <a:solidFill>
                  <a:schemeClr val="accent3"/>
                </a:solidFill>
                <a:latin typeface="+mj-ea"/>
                <a:ea typeface="+mj-ea"/>
              </a:rPr>
              <a:t>1943.12</a:t>
            </a:r>
            <a:endParaRPr lang="en-US" altLang="ko-KR" sz="1600" b="1">
              <a:solidFill>
                <a:schemeClr val="accent3"/>
              </a:solidFill>
              <a:latin typeface="+mj-ea"/>
              <a:ea typeface="+mj-ea"/>
            </a:endParaRPr>
          </a:p>
        </p:txBody>
      </p:sp>
      <p:sp>
        <p:nvSpPr>
          <p:cNvPr id="16" name="TextBox 42"/>
          <p:cNvSpPr txBox="1"/>
          <p:nvPr/>
        </p:nvSpPr>
        <p:spPr>
          <a:xfrm>
            <a:off x="2135450" y="2420860"/>
            <a:ext cx="1296180" cy="914400"/>
          </a:xfrm>
          <a:prstGeom prst="rect">
            <a:avLst/>
          </a:prstGeom>
          <a:noFill/>
        </p:spPr>
        <p:txBody>
          <a:bodyPr wrap="square" lIns="0" tIns="0" rIns="0" bIns="0" anchor="ctr">
            <a:normAutofit fontScale="77500" lnSpcReduction="2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latinLnBrk="1">
              <a:lnSpc>
                <a:spcPct val="150000"/>
              </a:lnSpc>
              <a:defRPr/>
            </a:pPr>
            <a:r>
              <a:rPr lang="ko-KR" altLang="en-US" sz="1600" b="1">
                <a:solidFill>
                  <a:schemeClr val="accent1"/>
                </a:solidFill>
                <a:latin typeface="+mn-ea"/>
              </a:rPr>
              <a:t>인공신경망의 탄생</a:t>
            </a:r>
            <a:endParaRPr lang="ko-KR" altLang="en-US" sz="1600" b="1">
              <a:solidFill>
                <a:schemeClr val="accent1"/>
              </a:solidFill>
              <a:latin typeface="+mn-ea"/>
            </a:endParaRPr>
          </a:p>
          <a:p>
            <a:pPr lvl="0" latinLnBrk="1">
              <a:lnSpc>
                <a:spcPct val="150000"/>
              </a:lnSpc>
              <a:defRPr/>
            </a:pPr>
            <a:r>
              <a:rPr lang="ko-KR" altLang="en-US" sz="1200">
                <a:latin typeface="+mn-ea"/>
              </a:rPr>
              <a:t>인간의 뇌세포 작동 원리를 수학적 계산으로 증명</a:t>
            </a:r>
            <a:endParaRPr lang="ko-KR" altLang="en-US" sz="1200">
              <a:latin typeface="+mn-ea"/>
            </a:endParaRPr>
          </a:p>
        </p:txBody>
      </p:sp>
      <p:sp>
        <p:nvSpPr>
          <p:cNvPr id="17" name="TextBox 41"/>
          <p:cNvSpPr txBox="1"/>
          <p:nvPr/>
        </p:nvSpPr>
        <p:spPr>
          <a:xfrm>
            <a:off x="5557191" y="3356990"/>
            <a:ext cx="1296180" cy="321691"/>
          </a:xfrm>
          <a:prstGeom prst="rect">
            <a:avLst/>
          </a:prstGeom>
          <a:noFill/>
        </p:spPr>
        <p:txBody>
          <a:bodyPr wrap="square" lIns="0" tIns="0" rIns="0" bIns="0">
            <a:normAutofit fontScale="925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lang="en-US" altLang="ko-KR" sz="1600" b="1">
                <a:solidFill>
                  <a:schemeClr val="accent3"/>
                </a:solidFill>
                <a:latin typeface="+mj-ea"/>
                <a:ea typeface="+mj-ea"/>
              </a:rPr>
              <a:t>2017.06</a:t>
            </a:r>
            <a:endParaRPr lang="en-US" altLang="ko-KR" sz="1600" b="1">
              <a:solidFill>
                <a:schemeClr val="accent3"/>
              </a:solidFill>
              <a:latin typeface="+mj-ea"/>
              <a:ea typeface="+mj-ea"/>
            </a:endParaRPr>
          </a:p>
        </p:txBody>
      </p:sp>
      <p:sp>
        <p:nvSpPr>
          <p:cNvPr id="18" name="TextBox 42"/>
          <p:cNvSpPr txBox="1"/>
          <p:nvPr/>
        </p:nvSpPr>
        <p:spPr>
          <a:xfrm>
            <a:off x="5557191" y="2420860"/>
            <a:ext cx="1296180" cy="914400"/>
          </a:xfrm>
          <a:prstGeom prst="rect">
            <a:avLst/>
          </a:prstGeom>
          <a:noFill/>
        </p:spPr>
        <p:txBody>
          <a:bodyPr wrap="square" lIns="0" tIns="0" rIns="0" bIns="0" anchor="ctr">
            <a:normAutofit fontScale="77500" lnSpcReduction="2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latinLnBrk="1">
              <a:lnSpc>
                <a:spcPct val="150000"/>
              </a:lnSpc>
              <a:defRPr/>
            </a:pPr>
            <a:r>
              <a:rPr lang="en-US" altLang="ko-KR" sz="1600" b="1">
                <a:solidFill>
                  <a:schemeClr val="accent1"/>
                </a:solidFill>
                <a:latin typeface="+mn-ea"/>
              </a:rPr>
              <a:t>Transformer</a:t>
            </a:r>
            <a:r>
              <a:rPr lang="ko-KR" altLang="en-US" sz="1600" b="1">
                <a:solidFill>
                  <a:schemeClr val="accent1"/>
                </a:solidFill>
                <a:latin typeface="+mn-ea"/>
              </a:rPr>
              <a:t> 모델 등장</a:t>
            </a:r>
            <a:endParaRPr lang="ko-KR" altLang="en-US" sz="1600" b="1">
              <a:solidFill>
                <a:schemeClr val="accent1"/>
              </a:solidFill>
              <a:latin typeface="+mn-ea"/>
            </a:endParaRPr>
          </a:p>
          <a:p>
            <a:pPr lvl="0" latinLnBrk="1">
              <a:lnSpc>
                <a:spcPct val="150000"/>
              </a:lnSpc>
              <a:defRPr/>
            </a:pPr>
            <a:r>
              <a:rPr lang="ja-JP" altLang="en-US" sz="1200">
                <a:latin typeface="+mn-ea"/>
              </a:rPr>
              <a:t>《</a:t>
            </a:r>
            <a:r>
              <a:rPr lang="en-US" altLang="ko-KR" sz="1200">
                <a:latin typeface="+mn-ea"/>
              </a:rPr>
              <a:t>Attention</a:t>
            </a:r>
            <a:r>
              <a:rPr lang="ko-KR" altLang="en-US" sz="1200">
                <a:latin typeface="+mn-ea"/>
              </a:rPr>
              <a:t> </a:t>
            </a:r>
            <a:r>
              <a:rPr lang="en-US" altLang="ko-KR" sz="1200">
                <a:latin typeface="+mn-ea"/>
              </a:rPr>
              <a:t>Is All You Need</a:t>
            </a:r>
            <a:r>
              <a:rPr lang="ja-JP" altLang="en-US" sz="1200">
                <a:latin typeface="+mn-ea"/>
              </a:rPr>
              <a:t>》</a:t>
            </a:r>
            <a:r>
              <a:rPr lang="en-US" altLang="ko-KR" sz="1200">
                <a:latin typeface="+mn-ea"/>
              </a:rPr>
              <a:t> </a:t>
            </a:r>
            <a:r>
              <a:rPr lang="ko-KR" altLang="en-US" sz="1200">
                <a:latin typeface="+mn-ea"/>
              </a:rPr>
              <a:t>논문 발표</a:t>
            </a:r>
            <a:endParaRPr lang="ko-KR" altLang="en-US" sz="1200">
              <a:latin typeface="+mn-ea"/>
            </a:endParaRPr>
          </a:p>
        </p:txBody>
      </p:sp>
      <p:sp>
        <p:nvSpPr>
          <p:cNvPr id="19" name="TextBox 41"/>
          <p:cNvSpPr txBox="1"/>
          <p:nvPr/>
        </p:nvSpPr>
        <p:spPr>
          <a:xfrm>
            <a:off x="8978933" y="3356990"/>
            <a:ext cx="1296180" cy="321691"/>
          </a:xfrm>
          <a:prstGeom prst="rect">
            <a:avLst/>
          </a:prstGeom>
          <a:noFill/>
        </p:spPr>
        <p:txBody>
          <a:bodyPr wrap="square" lIns="0" tIns="0" rIns="0" bIns="0">
            <a:no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lang="en-US" altLang="ko-KR" sz="1600" b="1">
                <a:solidFill>
                  <a:schemeClr val="accent3"/>
                </a:solidFill>
                <a:latin typeface="+mj-ea"/>
                <a:ea typeface="+mj-ea"/>
              </a:rPr>
              <a:t>2022.11</a:t>
            </a:r>
            <a:endParaRPr lang="ko-KR" altLang="en-US" sz="1600" b="1">
              <a:solidFill>
                <a:schemeClr val="accent3"/>
              </a:solidFill>
              <a:latin typeface="+mj-ea"/>
              <a:ea typeface="+mj-ea"/>
            </a:endParaRPr>
          </a:p>
        </p:txBody>
      </p:sp>
      <p:sp>
        <p:nvSpPr>
          <p:cNvPr id="20" name="TextBox 42"/>
          <p:cNvSpPr txBox="1"/>
          <p:nvPr/>
        </p:nvSpPr>
        <p:spPr>
          <a:xfrm>
            <a:off x="8978933" y="2420860"/>
            <a:ext cx="1296180" cy="914400"/>
          </a:xfrm>
          <a:prstGeom prst="rect">
            <a:avLst/>
          </a:prstGeom>
          <a:noFill/>
        </p:spPr>
        <p:txBody>
          <a:bodyPr wrap="square" lIns="0" tIns="0" rIns="0" bIns="0" anchor="ctr">
            <a:normAutofit fontScale="925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latinLnBrk="1">
              <a:lnSpc>
                <a:spcPct val="150000"/>
              </a:lnSpc>
              <a:defRPr/>
            </a:pPr>
            <a:r>
              <a:rPr lang="en-US" altLang="ko-KR" sz="1600" b="1">
                <a:solidFill>
                  <a:schemeClr val="accent1"/>
                </a:solidFill>
                <a:latin typeface="+mn-ea"/>
              </a:rPr>
              <a:t>ChatGPT </a:t>
            </a:r>
            <a:r>
              <a:rPr lang="ko-KR" altLang="en-US" sz="1600" b="1">
                <a:solidFill>
                  <a:schemeClr val="accent1"/>
                </a:solidFill>
                <a:latin typeface="+mn-ea"/>
              </a:rPr>
              <a:t>출시</a:t>
            </a:r>
            <a:endParaRPr lang="ko-KR" altLang="en-US" sz="1600" b="1">
              <a:solidFill>
                <a:schemeClr val="accent1"/>
              </a:solidFill>
              <a:latin typeface="+mn-ea"/>
            </a:endParaRPr>
          </a:p>
          <a:p>
            <a:pPr lvl="0" latinLnBrk="1">
              <a:lnSpc>
                <a:spcPct val="150000"/>
              </a:lnSpc>
              <a:defRPr/>
            </a:pPr>
            <a:r>
              <a:rPr lang="ko-KR" altLang="en-US" sz="1200">
                <a:latin typeface="+mn-ea"/>
              </a:rPr>
              <a:t>생성형 인공지능이 일상에 빠르게 보급</a:t>
            </a:r>
            <a:endParaRPr lang="ko-KR" altLang="en-US" sz="1200">
              <a:latin typeface="+mn-ea"/>
            </a:endParaRPr>
          </a:p>
        </p:txBody>
      </p:sp>
      <p:sp>
        <p:nvSpPr>
          <p:cNvPr id="21" name="TextBox 41"/>
          <p:cNvSpPr txBox="1"/>
          <p:nvPr/>
        </p:nvSpPr>
        <p:spPr>
          <a:xfrm>
            <a:off x="3826419" y="4187459"/>
            <a:ext cx="1296180" cy="321691"/>
          </a:xfrm>
          <a:prstGeom prst="rect">
            <a:avLst/>
          </a:prstGeom>
          <a:noFill/>
        </p:spPr>
        <p:txBody>
          <a:bodyPr wrap="square" lIns="0" tIns="0" rIns="0" bIns="0">
            <a:normAutofit fontScale="925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lang="en-US" altLang="ko-KR" sz="1600" b="1">
                <a:solidFill>
                  <a:schemeClr val="accent3"/>
                </a:solidFill>
                <a:latin typeface="+mj-ea"/>
                <a:ea typeface="+mj-ea"/>
              </a:rPr>
              <a:t>1956.06</a:t>
            </a:r>
            <a:endParaRPr lang="en-US" altLang="ko-KR" sz="1600" b="1">
              <a:solidFill>
                <a:schemeClr val="accent3"/>
              </a:solidFill>
              <a:latin typeface="+mj-ea"/>
              <a:ea typeface="+mj-ea"/>
            </a:endParaRPr>
          </a:p>
        </p:txBody>
      </p:sp>
      <p:sp>
        <p:nvSpPr>
          <p:cNvPr id="22" name="TextBox 42"/>
          <p:cNvSpPr txBox="1"/>
          <p:nvPr/>
        </p:nvSpPr>
        <p:spPr>
          <a:xfrm>
            <a:off x="3826419" y="4543425"/>
            <a:ext cx="1296180" cy="914400"/>
          </a:xfrm>
          <a:prstGeom prst="rect">
            <a:avLst/>
          </a:prstGeom>
          <a:noFill/>
        </p:spPr>
        <p:txBody>
          <a:bodyPr wrap="square" lIns="0" tIns="0" rIns="0" bIns="0" anchor="ctr">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latinLnBrk="1">
              <a:lnSpc>
                <a:spcPct val="150000"/>
              </a:lnSpc>
              <a:defRPr/>
            </a:pPr>
            <a:r>
              <a:rPr lang="ko-KR" altLang="en-US" sz="1600" b="1">
                <a:solidFill>
                  <a:schemeClr val="accent1"/>
                </a:solidFill>
                <a:latin typeface="+mn-ea"/>
              </a:rPr>
              <a:t>다트머스 회의</a:t>
            </a:r>
            <a:endParaRPr lang="ko-KR" altLang="en-US" sz="1600" b="1">
              <a:solidFill>
                <a:schemeClr val="accent1"/>
              </a:solidFill>
              <a:latin typeface="+mn-ea"/>
            </a:endParaRPr>
          </a:p>
          <a:p>
            <a:pPr lvl="0" latinLnBrk="1">
              <a:lnSpc>
                <a:spcPct val="150000"/>
              </a:lnSpc>
              <a:defRPr/>
            </a:pPr>
            <a:r>
              <a:rPr lang="ko-KR" altLang="en-US" sz="1200">
                <a:latin typeface="+mn-ea"/>
              </a:rPr>
              <a:t>인공지능 용어 최초 등장</a:t>
            </a:r>
            <a:endParaRPr lang="ko-KR" altLang="en-US" sz="1200">
              <a:latin typeface="+mn-ea"/>
            </a:endParaRPr>
          </a:p>
        </p:txBody>
      </p:sp>
      <p:sp>
        <p:nvSpPr>
          <p:cNvPr id="23" name="TextBox 41"/>
          <p:cNvSpPr txBox="1"/>
          <p:nvPr/>
        </p:nvSpPr>
        <p:spPr>
          <a:xfrm>
            <a:off x="7248160" y="4187459"/>
            <a:ext cx="1296180" cy="321691"/>
          </a:xfrm>
          <a:prstGeom prst="rect">
            <a:avLst/>
          </a:prstGeom>
          <a:noFill/>
        </p:spPr>
        <p:txBody>
          <a:bodyPr wrap="square" lIns="0" tIns="0" rIns="0" bIns="0">
            <a:normAutofit fontScale="925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nSpc>
                <a:spcPct val="150000"/>
              </a:lnSpc>
              <a:defRPr/>
            </a:pPr>
            <a:r>
              <a:rPr lang="en-US" altLang="ko-KR" sz="1600" b="1">
                <a:solidFill>
                  <a:schemeClr val="accent3"/>
                </a:solidFill>
                <a:latin typeface="+mj-ea"/>
                <a:ea typeface="+mj-ea"/>
              </a:rPr>
              <a:t>2021.03</a:t>
            </a:r>
            <a:endParaRPr lang="en-US" altLang="ko-KR" sz="1600" b="1">
              <a:solidFill>
                <a:schemeClr val="accent3"/>
              </a:solidFill>
              <a:latin typeface="+mj-ea"/>
              <a:ea typeface="+mj-ea"/>
            </a:endParaRPr>
          </a:p>
        </p:txBody>
      </p:sp>
      <p:sp>
        <p:nvSpPr>
          <p:cNvPr id="24" name="TextBox 42"/>
          <p:cNvSpPr txBox="1"/>
          <p:nvPr/>
        </p:nvSpPr>
        <p:spPr>
          <a:xfrm>
            <a:off x="7248160" y="4543425"/>
            <a:ext cx="1296180" cy="914400"/>
          </a:xfrm>
          <a:prstGeom prst="rect">
            <a:avLst/>
          </a:prstGeom>
          <a:noFill/>
        </p:spPr>
        <p:txBody>
          <a:bodyPr wrap="square" lIns="0" tIns="0" rIns="0" bIns="0" anchor="ctr">
            <a:normAutofit fontScale="85000" lnSpcReduction="20000"/>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latinLnBrk="1">
              <a:lnSpc>
                <a:spcPct val="150000"/>
              </a:lnSpc>
              <a:defRPr/>
            </a:pPr>
            <a:r>
              <a:rPr lang="ko-KR" altLang="en-US" sz="1600" b="1">
                <a:solidFill>
                  <a:schemeClr val="accent1"/>
                </a:solidFill>
                <a:latin typeface="+mn-ea"/>
              </a:rPr>
              <a:t>클라라와 태양 출간</a:t>
            </a:r>
            <a:endParaRPr lang="ko-KR" altLang="en-US" sz="1600" b="1">
              <a:solidFill>
                <a:schemeClr val="accent1"/>
              </a:solidFill>
              <a:latin typeface="+mn-ea"/>
            </a:endParaRPr>
          </a:p>
          <a:p>
            <a:pPr lvl="0" latinLnBrk="1">
              <a:lnSpc>
                <a:spcPct val="150000"/>
              </a:lnSpc>
              <a:defRPr/>
            </a:pPr>
            <a:r>
              <a:rPr lang="ja-JP" altLang="en-US" sz="1200">
                <a:latin typeface="+mn-ea"/>
              </a:rPr>
              <a:t>『</a:t>
            </a:r>
            <a:r>
              <a:rPr lang="ko-KR" altLang="en-US" sz="1200">
                <a:latin typeface="+mn-ea"/>
              </a:rPr>
              <a:t>클라라와 태양</a:t>
            </a:r>
            <a:r>
              <a:rPr lang="ja-JP" altLang="en-US" sz="1200">
                <a:latin typeface="+mn-ea"/>
              </a:rPr>
              <a:t>』</a:t>
            </a:r>
            <a:r>
              <a:rPr lang="ko-KR" altLang="en-US" sz="1200">
                <a:latin typeface="+mn-ea"/>
              </a:rPr>
              <a:t> 출간</a:t>
            </a:r>
            <a:endParaRPr lang="ko-KR" altLang="en-US" sz="1200">
              <a:latin typeface="+mn-ea"/>
            </a:endParaRPr>
          </a:p>
        </p:txBody>
      </p:sp>
    </p:spTree>
    <p:extLst>
      <p:ext uri="{BB962C8B-B14F-4D97-AF65-F5344CB8AC3E}">
        <p14:creationId xmlns:p14="http://schemas.microsoft.com/office/powerpoint/2010/main" val="2427318695"/>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문학사적 맥락</a:t>
            </a:r>
            <a:endParaRPr kumimoji="1" lang="ko-KR" altLang="en-US" sz="3600" b="1">
              <a:solidFill>
                <a:schemeClr val="accent1"/>
              </a:solidFill>
              <a:latin typeface="+mj-ea"/>
              <a:ea typeface="+mj-ea"/>
            </a:endParaRPr>
          </a:p>
        </p:txBody>
      </p:sp>
      <p:sp>
        <p:nvSpPr>
          <p:cNvPr id="3" name="TextBox 2"/>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ko-Kore-KR" altLang="en-US" sz="1600" b="1">
              <a:latin typeface="+mj-ea"/>
              <a:ea typeface="+mj-ea"/>
            </a:endParaRPr>
          </a:p>
        </p:txBody>
      </p:sp>
      <p:sp>
        <p:nvSpPr>
          <p:cNvPr id="4" name="사각형: 둥근 모서리 3"/>
          <p:cNvSpPr/>
          <p:nvPr/>
        </p:nvSpPr>
        <p:spPr>
          <a:xfrm>
            <a:off x="4067126" y="2172095"/>
            <a:ext cx="6149565" cy="1058406"/>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lnSpcReduction="10000"/>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endParaRPr lang="ko-KR" altLang="en-US" sz="1200">
              <a:solidFill>
                <a:schemeClr val="dk1"/>
              </a:solidFill>
              <a:latin typeface="+mn-ea"/>
              <a:ea typeface="+mn-ea"/>
            </a:endParaRPr>
          </a:p>
          <a:p>
            <a:pPr marL="618300" lvl="1" indent="-186300" algn="l" latinLnBrk="1">
              <a:lnSpc>
                <a:spcPct val="120000"/>
              </a:lnSpc>
              <a:spcAft>
                <a:spcPct val="15000"/>
              </a:spcAft>
              <a:buClr>
                <a:schemeClr val="accent3"/>
              </a:buClr>
              <a:buFont typeface="Arial"/>
              <a:buChar char="•"/>
              <a:defRPr/>
            </a:pPr>
            <a:endParaRPr lang="ko-KR" altLang="en-US" sz="1200">
              <a:solidFill>
                <a:schemeClr val="dk1"/>
              </a:solidFill>
              <a:latin typeface="+mn-ea"/>
              <a:ea typeface="+mn-ea"/>
            </a:endParaRPr>
          </a:p>
          <a:p>
            <a:pPr marL="618300" lvl="1" indent="-186300" algn="l" latinLnBrk="1">
              <a:lnSpc>
                <a:spcPct val="120000"/>
              </a:lnSpc>
              <a:spcAft>
                <a:spcPct val="15000"/>
              </a:spcAft>
              <a:buClr>
                <a:schemeClr val="accent3"/>
              </a:buClr>
              <a:buFont typeface="Arial"/>
              <a:buChar char="•"/>
              <a:defRPr/>
            </a:pPr>
            <a:endParaRPr lang="ko-KR" altLang="en-US" sz="1200">
              <a:solidFill>
                <a:schemeClr val="dk1"/>
              </a:solidFill>
              <a:latin typeface="+mn-ea"/>
              <a:ea typeface="+mn-ea"/>
            </a:endParaRPr>
          </a:p>
        </p:txBody>
      </p:sp>
      <p:sp>
        <p:nvSpPr>
          <p:cNvPr id="5" name="사각형: 둥근 모서리 4"/>
          <p:cNvSpPr/>
          <p:nvPr/>
        </p:nvSpPr>
        <p:spPr>
          <a:xfrm>
            <a:off x="1783754" y="2172095"/>
            <a:ext cx="2122740" cy="1058406"/>
          </a:xfrm>
          <a:prstGeom prst="roundRect">
            <a:avLst>
              <a:gd name="adj" fmla="val 16667"/>
            </a:avLst>
          </a:prstGeom>
          <a:solidFill>
            <a:schemeClr val="accent1"/>
          </a:solidFill>
          <a:ln>
            <a:noFill/>
          </a:ln>
          <a:effectLst>
            <a:outerShdw blurRad="127000" sx="102000" sy="102000" algn="ctr" rotWithShape="0">
              <a:prstClr val="black">
                <a:alpha val="5000"/>
              </a:prstClr>
            </a:outerShdw>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lt1"/>
                </a:solidFill>
                <a:latin typeface="+mj-ea"/>
                <a:ea typeface="+mj-ea"/>
              </a:rPr>
              <a:t>01</a:t>
            </a:r>
            <a:br>
              <a:rPr lang="en-US" altLang="ko-KR" sz="1600" b="1">
                <a:solidFill>
                  <a:schemeClr val="lt1"/>
                </a:solidFill>
                <a:latin typeface="+mj-ea"/>
                <a:ea typeface="+mj-ea"/>
              </a:rPr>
            </a:br>
            <a:r>
              <a:rPr lang="ko-KR" altLang="en-US" sz="1600" b="1">
                <a:solidFill>
                  <a:schemeClr val="lt1"/>
                </a:solidFill>
                <a:latin typeface="+mj-ea"/>
                <a:ea typeface="+mj-ea"/>
              </a:rPr>
              <a:t>작품의 위상</a:t>
            </a:r>
            <a:endParaRPr lang="ko-KR" altLang="en-US" sz="1600" b="1">
              <a:solidFill>
                <a:schemeClr val="lt1"/>
              </a:solidFill>
              <a:latin typeface="+mj-ea"/>
              <a:ea typeface="+mj-ea"/>
            </a:endParaRPr>
          </a:p>
        </p:txBody>
      </p:sp>
      <p:sp>
        <p:nvSpPr>
          <p:cNvPr id="6" name="사각형: 둥근 모서리 5"/>
          <p:cNvSpPr/>
          <p:nvPr/>
        </p:nvSpPr>
        <p:spPr>
          <a:xfrm>
            <a:off x="4067126" y="3347249"/>
            <a:ext cx="6149565" cy="1026947"/>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lnSpcReduction="10000"/>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latinLnBrk="1">
              <a:lnSpc>
                <a:spcPct val="120000"/>
              </a:lnSpc>
              <a:spcAft>
                <a:spcPct val="15000"/>
              </a:spcAft>
              <a:buClr>
                <a:schemeClr val="accent3"/>
              </a:buClr>
              <a:buFont typeface="Arial"/>
              <a:buChar char="•"/>
              <a:defRPr/>
            </a:pPr>
            <a:r>
              <a:rPr lang="EN-US" altLang="en-US" sz="1200">
                <a:solidFill>
                  <a:schemeClr val="dk1"/>
                </a:solidFill>
                <a:latin typeface="맑은 고딕"/>
                <a:ea typeface="맑은 고딕"/>
              </a:rPr>
              <a:t>Sun Lo의 노래 Shapes in My Head도 『클라라와 태양』을 보고 영감 받아 만들어</a:t>
            </a:r>
            <a:r>
              <a:rPr lang="ko-KR" altLang="en-US" sz="1200">
                <a:solidFill>
                  <a:schemeClr val="dk1"/>
                </a:solidFill>
                <a:latin typeface="맑은 고딕"/>
                <a:ea typeface="맑은 고딕"/>
              </a:rPr>
              <a:t>짐</a:t>
            </a:r>
            <a:endParaRPr lang="ko-KR" altLang="en-US" sz="1200">
              <a:solidFill>
                <a:schemeClr val="dk1"/>
              </a:solidFill>
              <a:latin typeface="맑은 고딕"/>
              <a:ea typeface="맑은 고딕"/>
            </a:endParaRPr>
          </a:p>
          <a:p>
            <a:pPr marL="618300" lvl="1" indent="-186300" latinLnBrk="1">
              <a:lnSpc>
                <a:spcPct val="120000"/>
              </a:lnSpc>
              <a:spcAft>
                <a:spcPct val="15000"/>
              </a:spcAft>
              <a:buClr>
                <a:schemeClr val="accent3"/>
              </a:buClr>
              <a:buFont typeface="Arial"/>
              <a:buChar char="•"/>
              <a:defRPr/>
            </a:pPr>
            <a:r>
              <a:rPr lang="EN-US" altLang="en-US" sz="1200">
                <a:solidFill>
                  <a:schemeClr val="dk1"/>
                </a:solidFill>
                <a:latin typeface="맑은 고딕"/>
                <a:ea typeface="맑은 고딕"/>
              </a:rPr>
              <a:t>『클라라와 태양』을</a:t>
            </a:r>
            <a:r>
              <a:rPr lang="ko-KR" altLang="en-US" sz="1200">
                <a:solidFill>
                  <a:schemeClr val="dk1"/>
                </a:solidFill>
                <a:latin typeface="맑은 고딕"/>
                <a:ea typeface="맑은 고딕"/>
              </a:rPr>
              <a:t> 원작으로 영화 제작 중</a:t>
            </a:r>
            <a:endParaRPr lang="ko-KR" altLang="en-US" sz="1200">
              <a:solidFill>
                <a:schemeClr val="dk1"/>
              </a:solidFill>
              <a:latin typeface="맑은 고딕"/>
              <a:ea typeface="맑은 고딕"/>
            </a:endParaRPr>
          </a:p>
        </p:txBody>
      </p:sp>
      <p:sp>
        <p:nvSpPr>
          <p:cNvPr id="7" name="사각형: 둥근 모서리 6"/>
          <p:cNvSpPr/>
          <p:nvPr/>
        </p:nvSpPr>
        <p:spPr>
          <a:xfrm>
            <a:off x="1783754" y="3347249"/>
            <a:ext cx="2122740" cy="1026947"/>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lnSpcReduction="10000"/>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02</a:t>
            </a:r>
            <a:br>
              <a:rPr lang="en-US" altLang="ko-KR" sz="1600" b="1">
                <a:solidFill>
                  <a:srgbClr val="3c5dff"/>
                </a:solidFill>
                <a:latin typeface="+mj-ea"/>
                <a:ea typeface="+mj-ea"/>
              </a:rPr>
            </a:br>
            <a:r>
              <a:rPr lang="ko-KR" altLang="en-US" sz="1600" b="1">
                <a:solidFill>
                  <a:schemeClr val="dk1"/>
                </a:solidFill>
                <a:latin typeface="+mj-ea"/>
                <a:ea typeface="+mj-ea"/>
              </a:rPr>
              <a:t>작품의 영향</a:t>
            </a:r>
            <a:endParaRPr lang="ko-KR" altLang="en-US" sz="1600" b="1">
              <a:solidFill>
                <a:schemeClr val="dk1"/>
              </a:solidFill>
              <a:latin typeface="+mj-ea"/>
              <a:ea typeface="+mj-ea"/>
            </a:endParaRPr>
          </a:p>
        </p:txBody>
      </p:sp>
      <p:sp>
        <p:nvSpPr>
          <p:cNvPr id="8" name="사각형: 둥근 모서리 7"/>
          <p:cNvSpPr/>
          <p:nvPr/>
        </p:nvSpPr>
        <p:spPr>
          <a:xfrm>
            <a:off x="4067126" y="4490656"/>
            <a:ext cx="6149565" cy="1058985"/>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EN-US" altLang="en-US" sz="1200">
                <a:solidFill>
                  <a:schemeClr val="dk1"/>
                </a:solidFill>
                <a:latin typeface="맑은 고딕"/>
                <a:ea typeface="맑은 고딕"/>
              </a:rPr>
              <a:t>AF(Artificial Friend)인 클라라의 1인칭 시점을 채택</a:t>
            </a:r>
            <a:endParaRPr lang="ko-KR" altLang="en-US" sz="1200">
              <a:solidFill>
                <a:schemeClr val="dk1"/>
              </a:solidFill>
              <a:latin typeface="Calibri"/>
              <a:ea typeface="맑은 고딕"/>
            </a:endParaRPr>
          </a:p>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Calibri"/>
                <a:ea typeface="맑은 고딕"/>
              </a:rPr>
              <a:t> </a:t>
            </a:r>
            <a:r>
              <a:rPr lang="ko-KR" altLang="en-US" sz="1200">
                <a:solidFill>
                  <a:schemeClr val="dk1"/>
                </a:solidFill>
                <a:latin typeface="+mn-ea"/>
                <a:ea typeface="+mn-ea"/>
              </a:rPr>
              <a:t>주변 사물을 상자처럼 분할해서 보는 특유의 시간적 인식을 통해 인간과 인공지능의 인식적 차이를 효과적으로 드러냄</a:t>
            </a:r>
            <a:endParaRPr lang="ko-KR" altLang="en-US" sz="1200">
              <a:solidFill>
                <a:schemeClr val="dk1"/>
              </a:solidFill>
              <a:latin typeface="+mn-ea"/>
              <a:ea typeface="+mn-ea"/>
            </a:endParaRPr>
          </a:p>
        </p:txBody>
      </p:sp>
      <p:sp>
        <p:nvSpPr>
          <p:cNvPr id="9" name="사각형: 둥근 모서리 8"/>
          <p:cNvSpPr/>
          <p:nvPr/>
        </p:nvSpPr>
        <p:spPr>
          <a:xfrm>
            <a:off x="1783754" y="4490656"/>
            <a:ext cx="2122740" cy="1058985"/>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03</a:t>
            </a:r>
            <a:br>
              <a:rPr lang="en-US" altLang="ko-KR" sz="1600" b="1">
                <a:solidFill>
                  <a:srgbClr val="3c5dff"/>
                </a:solidFill>
                <a:latin typeface="+mj-ea"/>
                <a:ea typeface="+mj-ea"/>
              </a:rPr>
            </a:br>
            <a:r>
              <a:rPr lang="ko-KR" altLang="en-US" sz="1600" b="1">
                <a:solidFill>
                  <a:schemeClr val="dk1"/>
                </a:solidFill>
                <a:latin typeface="+mj-ea"/>
                <a:ea typeface="+mj-ea"/>
              </a:rPr>
              <a:t>작품의 특징</a:t>
            </a:r>
            <a:endParaRPr lang="ko-KR" altLang="en-US" sz="1600" b="1">
              <a:solidFill>
                <a:schemeClr val="dk1"/>
              </a:solidFill>
              <a:latin typeface="+mj-ea"/>
              <a:ea typeface="+mj-ea"/>
            </a:endParaRPr>
          </a:p>
        </p:txBody>
      </p:sp>
      <p:graphicFrame>
        <p:nvGraphicFramePr>
          <p:cNvPr id="10" name="표 9"/>
          <p:cNvGraphicFramePr>
            <a:graphicFrameLocks noGrp="1"/>
          </p:cNvGraphicFramePr>
          <p:nvPr/>
        </p:nvGraphicFramePr>
        <p:xfrm>
          <a:off x="4067126" y="2158070"/>
          <a:ext cx="6166485" cy="1070088"/>
        </p:xfrm>
        <a:graphic>
          <a:graphicData uri="http://schemas.openxmlformats.org/drawingml/2006/table">
            <a:tbl>
              <a:tblPr firstRow="1" bandRow="1">
                <a:tableStyleId>{01A66EDD-3DAB-4C5B-A090-DC80EC1FD486}</a:tableStyleId>
              </a:tblPr>
              <a:tblGrid>
                <a:gridCol w="3088005"/>
                <a:gridCol w="3078480"/>
              </a:tblGrid>
              <a:tr h="116840">
                <a:tc gridSpan="2">
                  <a:txBody>
                    <a:bodyPr vert="horz" wrap="square" lIns="91440" tIns="45720" rIns="91440" bIns="45720" anchor="t" anchorCtr="0">
                      <a:spAutoFit/>
                    </a:bodyPr>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mn-ea"/>
                          <a:ea typeface="+mn-ea"/>
                        </a:rPr>
                        <a:t>가즈오 이시구로가 노벨 문학상을 수상한 이후 처음 출간한 작품</a:t>
                      </a:r>
                      <a:endParaRPr lang="ko-KR" altLang="en-US" sz="1200"/>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noFill/>
                  </a:tcPr>
                </a:tc>
                <a:tc hMerge="1">
                  <a:txBody>
                    <a:bodyPr vert="horz" wrap="square" lIns="91440" tIns="45720" rIns="91440" bIns="45720" anchor="t" anchorCtr="0">
                      <a:spAutoFit/>
                    </a:bodyPr>
                    <a:p>
                      <a:pPr lvl="0">
                        <a:defRPr/>
                      </a:pPr>
                      <a:endParaRPr lang="ko-KR" altLang="en-US"/>
                    </a:p>
                  </a:txBody>
                  <a:tcPr marL="91440" marR="91440">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noFill/>
                  </a:tcPr>
                </a:tc>
              </a:tr>
              <a:tr h="759573">
                <a:tc>
                  <a:txBody>
                    <a:bodyPr vert="horz" wrap="square" lIns="91440" tIns="45720" rIns="91440" bIns="45720" anchor="t" anchorCtr="0">
                      <a:spAutoFit/>
                    </a:bodyPr>
                    <a:p>
                      <a:pPr marL="280835" lvl="0" indent="-99960">
                        <a:spcBef>
                          <a:spcPts val="0"/>
                        </a:spcBef>
                        <a:spcAft>
                          <a:spcPts val="0"/>
                        </a:spcAft>
                        <a:buFont typeface="Arial"/>
                        <a:buChar char="•"/>
                        <a:defRPr/>
                      </a:pPr>
                      <a:r>
                        <a:rPr lang="ko-KR" altLang="en-US" sz="1100"/>
                        <a:t>부</a:t>
                      </a:r>
                      <a:r>
                        <a:rPr lang="ko-KR" altLang="en-US" sz="1100" spc="0">
                          <a:solidFill>
                            <a:schemeClr val="dk1"/>
                          </a:solidFill>
                        </a:rPr>
                        <a:t>커상 후보</a:t>
                      </a:r>
                      <a:endParaRPr lang="ko-KR" altLang="en-US" sz="1100" spc="0">
                        <a:solidFill>
                          <a:schemeClr val="dk1"/>
                        </a:solidFill>
                      </a:endParaRPr>
                    </a:p>
                    <a:p>
                      <a:pPr marL="280835" lvl="0" indent="-99960">
                        <a:spcBef>
                          <a:spcPts val="0"/>
                        </a:spcBef>
                        <a:spcAft>
                          <a:spcPts val="0"/>
                        </a:spcAft>
                        <a:buFont typeface="Arial"/>
                        <a:buChar char="•"/>
                        <a:defRPr/>
                      </a:pPr>
                      <a:r>
                        <a:rPr lang="ko-KR" altLang="en-US" sz="1100" spc="0">
                          <a:solidFill>
                            <a:schemeClr val="dk1"/>
                          </a:solidFill>
                        </a:rPr>
                        <a:t>앤드루 카네기 메달 소설 부문 후보</a:t>
                      </a:r>
                      <a:endParaRPr lang="ko-KR" altLang="en-US" sz="1100" spc="0">
                        <a:solidFill>
                          <a:schemeClr val="dk1"/>
                        </a:solidFill>
                      </a:endParaRPr>
                    </a:p>
                    <a:p>
                      <a:pPr marL="280835" lvl="0" indent="-99960">
                        <a:spcBef>
                          <a:spcPts val="0"/>
                        </a:spcBef>
                        <a:spcAft>
                          <a:spcPts val="0"/>
                        </a:spcAft>
                        <a:buFont typeface="Arial"/>
                        <a:buChar char="•"/>
                        <a:defRPr/>
                      </a:pPr>
                      <a:r>
                        <a:rPr lang="ko-KR" altLang="en-US" sz="1100" spc="0">
                          <a:solidFill>
                            <a:schemeClr val="dk1"/>
                          </a:solidFill>
                        </a:rPr>
                        <a:t>프로메테우스상 후보</a:t>
                      </a:r>
                      <a:endParaRPr lang="ko-KR" altLang="en-US" sz="1100" spc="0">
                        <a:solidFill>
                          <a:schemeClr val="dk1"/>
                        </a:solidFill>
                      </a:endParaRPr>
                    </a:p>
                    <a:p>
                      <a:pPr marL="280835" lvl="0" indent="-99960">
                        <a:spcBef>
                          <a:spcPts val="0"/>
                        </a:spcBef>
                        <a:spcAft>
                          <a:spcPts val="0"/>
                        </a:spcAft>
                        <a:buFont typeface="Arial"/>
                        <a:buChar char="•"/>
                        <a:defRPr/>
                      </a:pPr>
                      <a:r>
                        <a:rPr lang="ko-KR" altLang="en-US" sz="1100" spc="0">
                          <a:solidFill>
                            <a:schemeClr val="dk1"/>
                          </a:solidFill>
                        </a:rPr>
                        <a:t>아</a:t>
                      </a:r>
                      <a:r>
                        <a:rPr lang="ko-KR" altLang="en-US" sz="1100" spc="0">
                          <a:solidFill>
                            <a:schemeClr val="dk1"/>
                          </a:solidFill>
                        </a:rPr>
                        <a:t>서 C. 클</a:t>
                      </a:r>
                      <a:r>
                        <a:rPr lang="ko-KR" altLang="en-US" sz="1100"/>
                        <a:t>라크상 후보</a:t>
                      </a:r>
                      <a:endParaRPr lang="ko-KR" altLang="en-US" sz="1100"/>
                    </a:p>
                  </a:txBody>
                  <a:tcPr marL="91440" marR="91440">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noFill/>
                  </a:tcPr>
                </a:tc>
                <a:tc>
                  <a:txBody>
                    <a:bodyPr vert="horz" wrap="square" lIns="91440" tIns="45720" rIns="91440" bIns="45720" anchor="ctr" anchorCtr="0">
                      <a:spAutoFit/>
                    </a:bodyPr>
                    <a:p>
                      <a:pPr marL="280835" lvl="0" indent="-157080">
                        <a:spcBef>
                          <a:spcPts val="0"/>
                        </a:spcBef>
                        <a:spcAft>
                          <a:spcPts val="0"/>
                        </a:spcAft>
                        <a:buFont typeface="Arial"/>
                        <a:buChar char="•"/>
                        <a:defRPr/>
                      </a:pPr>
                      <a:r>
                        <a:rPr lang="ko-KR" altLang="en-US" sz="1100"/>
                        <a:t>굿리즈</a:t>
                      </a:r>
                      <a:r>
                        <a:rPr lang="ko-KR" altLang="en-US" sz="1100" spc="0">
                          <a:solidFill>
                            <a:schemeClr val="dk1"/>
                          </a:solidFill>
                        </a:rPr>
                        <a:t> 초이스 어워드 SF 부문 </a:t>
                      </a:r>
                      <a:r>
                        <a:rPr lang="en-US" altLang="ko-KR" sz="1100" spc="0">
                          <a:solidFill>
                            <a:schemeClr val="dk1"/>
                          </a:solidFill>
                        </a:rPr>
                        <a:t>2</a:t>
                      </a:r>
                      <a:r>
                        <a:rPr lang="ko-KR" altLang="en-US" sz="1100" spc="0">
                          <a:solidFill>
                            <a:schemeClr val="dk1"/>
                          </a:solidFill>
                        </a:rPr>
                        <a:t>위</a:t>
                      </a:r>
                      <a:endParaRPr lang="ko-KR" altLang="en-US" sz="1100" spc="0">
                        <a:solidFill>
                          <a:schemeClr val="dk1"/>
                        </a:solidFill>
                      </a:endParaRPr>
                    </a:p>
                    <a:p>
                      <a:pPr marL="280835" lvl="0" indent="-157080">
                        <a:spcBef>
                          <a:spcPts val="0"/>
                        </a:spcBef>
                        <a:spcAft>
                          <a:spcPts val="0"/>
                        </a:spcAft>
                        <a:buFont typeface="Arial"/>
                        <a:buChar char="•"/>
                        <a:defRPr/>
                      </a:pPr>
                      <a:r>
                        <a:rPr lang="ko-KR" altLang="en-US" sz="1100" spc="0">
                          <a:solidFill>
                            <a:schemeClr val="dk1"/>
                          </a:solidFill>
                        </a:rPr>
                        <a:t>로커스상</a:t>
                      </a:r>
                      <a:r>
                        <a:rPr lang="ko-KR" altLang="en-US" sz="1100" spc="0">
                          <a:solidFill>
                            <a:schemeClr val="dk1"/>
                          </a:solidFill>
                        </a:rPr>
                        <a:t> SF 장</a:t>
                      </a:r>
                      <a:r>
                        <a:rPr lang="ko-KR" altLang="en-US" sz="1100"/>
                        <a:t>편소설 부문</a:t>
                      </a:r>
                      <a:r>
                        <a:rPr lang="en-US" altLang="ko-KR" sz="1100"/>
                        <a:t>6</a:t>
                      </a:r>
                      <a:r>
                        <a:rPr lang="ko-KR" altLang="en-US" sz="1100"/>
                        <a:t>위</a:t>
                      </a:r>
                      <a:endParaRPr lang="ko-KR" altLang="en-US" sz="1100"/>
                    </a:p>
                    <a:p>
                      <a:pPr lvl="0">
                        <a:defRPr/>
                      </a:pPr>
                      <a:endParaRPr lang="ko-KR" altLang="en-US" sz="1100"/>
                    </a:p>
                  </a:txBody>
                  <a:tcPr marL="91440" marR="91440" anchor="ctr">
                    <a:lnL w="9525" cap="flat" cmpd="sng" algn="ctr">
                      <a:noFill/>
                      <a:prstDash val="solid"/>
                      <a:round/>
                      <a:headEnd w="med" len="med"/>
                      <a:tailEnd w="med" len="med"/>
                    </a:lnL>
                    <a:lnR w="9525" cap="flat" cmpd="sng" algn="ctr">
                      <a:noFill/>
                      <a:prstDash val="solid"/>
                      <a:round/>
                      <a:headEnd w="med" len="med"/>
                      <a:tailEnd w="med" len="med"/>
                    </a:lnR>
                    <a:lnT w="9525" cap="flat" cmpd="sng" algn="ctr">
                      <a:noFill/>
                      <a:prstDash val="solid"/>
                      <a:round/>
                      <a:headEnd w="med" len="med"/>
                      <a:tailEnd w="med" len="med"/>
                    </a:lnT>
                    <a:lnB w="9525" cap="flat" cmpd="sng" algn="ctr">
                      <a:noFill/>
                      <a:prstDash val="solid"/>
                      <a:round/>
                      <a:headEnd w="med" len="med"/>
                      <a:tailEnd w="med" len="med"/>
                    </a:lnB>
                    <a:noFill/>
                  </a:tcPr>
                </a:tc>
              </a:tr>
            </a:tbl>
          </a:graphicData>
        </a:graphic>
      </p:graphicFrame>
    </p:spTree>
    <p:extLst>
      <p:ext uri="{BB962C8B-B14F-4D97-AF65-F5344CB8AC3E}">
        <p14:creationId xmlns:p14="http://schemas.microsoft.com/office/powerpoint/2010/main" val="3795575484"/>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독자 맥락</a:t>
            </a:r>
            <a:endParaRPr kumimoji="1" lang="ko-KR" altLang="en-US" sz="3600" b="1">
              <a:solidFill>
                <a:schemeClr val="accent1"/>
              </a:solidFill>
              <a:latin typeface="+mj-ea"/>
              <a:ea typeface="+mj-ea"/>
            </a:endParaRPr>
          </a:p>
        </p:txBody>
      </p:sp>
      <p:sp>
        <p:nvSpPr>
          <p:cNvPr id="3" name="TextBox 2"/>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ko-Kore-KR" altLang="en-US" sz="1600" b="1">
              <a:latin typeface="+mj-ea"/>
              <a:ea typeface="+mj-ea"/>
            </a:endParaRPr>
          </a:p>
        </p:txBody>
      </p:sp>
      <p:sp>
        <p:nvSpPr>
          <p:cNvPr id="4" name="사각형: 둥근 모서리 3"/>
          <p:cNvSpPr/>
          <p:nvPr/>
        </p:nvSpPr>
        <p:spPr>
          <a:xfrm>
            <a:off x="4067126" y="2172095"/>
            <a:ext cx="6149565" cy="1058406"/>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fontScale="92500" lnSpcReduction="20000"/>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mn-ea"/>
                <a:ea typeface="+mn-ea"/>
              </a:rPr>
              <a:t>생성형 인공지능이 보편화되기 이전에 『클라라와 태양』이 출간되었다면 단순한 SF 소설로 받아들여졌을 가능성이 큼.</a:t>
            </a:r>
            <a:endParaRPr lang="ko-KR" altLang="en-US" sz="1200">
              <a:solidFill>
                <a:schemeClr val="dk1"/>
              </a:solidFill>
              <a:latin typeface="+mn-ea"/>
              <a:ea typeface="+mn-ea"/>
            </a:endParaRPr>
          </a:p>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mn-ea"/>
                <a:ea typeface="+mn-ea"/>
              </a:rPr>
              <a:t>그러나 이 작품은 인공지능 기술이 빠르게 발전하고 생성형 인공지능이 보급되기 시작하는 시대에 출간되며 독자에게 더욱 현실적인 문제의식을 전달함</a:t>
            </a:r>
            <a:endParaRPr lang="ko-KR" altLang="en-US" sz="1200">
              <a:solidFill>
                <a:schemeClr val="dk1"/>
              </a:solidFill>
              <a:latin typeface="+mn-ea"/>
              <a:ea typeface="+mn-ea"/>
            </a:endParaRPr>
          </a:p>
        </p:txBody>
      </p:sp>
      <p:sp>
        <p:nvSpPr>
          <p:cNvPr id="5" name="사각형: 둥근 모서리 4"/>
          <p:cNvSpPr/>
          <p:nvPr/>
        </p:nvSpPr>
        <p:spPr>
          <a:xfrm>
            <a:off x="1783754" y="2172095"/>
            <a:ext cx="2122740" cy="1058406"/>
          </a:xfrm>
          <a:prstGeom prst="roundRect">
            <a:avLst>
              <a:gd name="adj" fmla="val 16667"/>
            </a:avLst>
          </a:prstGeom>
          <a:solidFill>
            <a:schemeClr val="accent1"/>
          </a:solidFill>
          <a:ln>
            <a:noFill/>
          </a:ln>
          <a:effectLst>
            <a:outerShdw blurRad="127000" sx="102000" sy="102000" algn="ctr" rotWithShape="0">
              <a:prstClr val="black">
                <a:alpha val="5000"/>
              </a:prstClr>
            </a:outerShdw>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lt1"/>
                </a:solidFill>
                <a:latin typeface="+mj-ea"/>
                <a:ea typeface="+mj-ea"/>
              </a:rPr>
              <a:t>01</a:t>
            </a:r>
            <a:br>
              <a:rPr lang="en-US" altLang="ko-KR" sz="1600" b="1">
                <a:solidFill>
                  <a:schemeClr val="lt1"/>
                </a:solidFill>
                <a:latin typeface="+mj-ea"/>
                <a:ea typeface="+mj-ea"/>
              </a:rPr>
            </a:br>
            <a:r>
              <a:rPr lang="ko-KR" altLang="en-US" sz="1600" b="1">
                <a:solidFill>
                  <a:schemeClr val="lt1"/>
                </a:solidFill>
                <a:latin typeface="+mj-ea"/>
                <a:ea typeface="+mj-ea"/>
              </a:rPr>
              <a:t>독자의 인식</a:t>
            </a:r>
            <a:endParaRPr lang="ko-KR" altLang="en-US" sz="1600" b="1">
              <a:solidFill>
                <a:schemeClr val="lt1"/>
              </a:solidFill>
              <a:latin typeface="+mj-ea"/>
              <a:ea typeface="+mj-ea"/>
            </a:endParaRPr>
          </a:p>
        </p:txBody>
      </p:sp>
      <p:sp>
        <p:nvSpPr>
          <p:cNvPr id="6" name="사각형: 둥근 모서리 5"/>
          <p:cNvSpPr/>
          <p:nvPr/>
        </p:nvSpPr>
        <p:spPr>
          <a:xfrm>
            <a:off x="4067126" y="3347249"/>
            <a:ext cx="6149565" cy="1026947"/>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Autofit/>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EN-US" altLang="en-US" sz="1000">
                <a:solidFill>
                  <a:schemeClr val="dk1"/>
                </a:solidFill>
                <a:latin typeface="맑은 고딕"/>
                <a:ea typeface="맑은 고딕"/>
              </a:rPr>
              <a:t>“나의 외로움을 달래기 위해 사람 대신 기계를 선택했다면, 그 선택은 나를 더 인간답게 만드는가?”</a:t>
            </a:r>
            <a:r>
              <a:rPr lang="ko-KR" altLang="en-US" sz="1000">
                <a:solidFill>
                  <a:schemeClr val="dk1"/>
                </a:solidFill>
                <a:latin typeface="맑은 고딕"/>
                <a:ea typeface="맑은 고딕"/>
              </a:rPr>
              <a:t> ⟹ 자신의 삶과 연결된 실존적 문제로 받아들이게 됨</a:t>
            </a:r>
            <a:r>
              <a:rPr lang="en-US" altLang="ko-KR" sz="1000">
                <a:solidFill>
                  <a:schemeClr val="dk1"/>
                </a:solidFill>
                <a:latin typeface="맑은 고딕"/>
                <a:ea typeface="맑은 고딕"/>
              </a:rPr>
              <a:t>.</a:t>
            </a:r>
            <a:endParaRPr lang="en-US" altLang="ko-KR" sz="1000">
              <a:solidFill>
                <a:schemeClr val="dk1"/>
              </a:solidFill>
              <a:latin typeface="맑은 고딕"/>
              <a:ea typeface="맑은 고딕"/>
            </a:endParaRPr>
          </a:p>
          <a:p>
            <a:pPr marL="618300" lvl="1" indent="-186300" algn="l" latinLnBrk="1">
              <a:lnSpc>
                <a:spcPct val="120000"/>
              </a:lnSpc>
              <a:spcAft>
                <a:spcPct val="15000"/>
              </a:spcAft>
              <a:buClr>
                <a:schemeClr val="accent3"/>
              </a:buClr>
              <a:buFont typeface="Arial"/>
              <a:buChar char="•"/>
              <a:defRPr/>
            </a:pPr>
            <a:r>
              <a:rPr lang="ko-KR" altLang="en-US" sz="1000">
                <a:solidFill>
                  <a:schemeClr val="dk1"/>
                </a:solidFill>
                <a:latin typeface="+mn-ea"/>
                <a:ea typeface="+mn-ea"/>
              </a:rPr>
              <a:t>인간이지만 리프팅을 받은 아이들이 이질적이고 기계적으로 행동하는 모습으로 묘사되는 반면, 로봇인 클라라는 가장 인간다운 공감 능력과 헌신을 보여줌 ⟹ </a:t>
            </a:r>
            <a:r>
              <a:rPr lang="EN-US" altLang="en-US" sz="1000">
                <a:solidFill>
                  <a:schemeClr val="dk1"/>
                </a:solidFill>
                <a:latin typeface="맑은 고딕"/>
                <a:ea typeface="맑은 고딕"/>
              </a:rPr>
              <a:t>“인간성이란 무엇인가?”</a:t>
            </a:r>
            <a:endParaRPr lang="ko-KR" altLang="en-US" sz="1000">
              <a:solidFill>
                <a:schemeClr val="dk1"/>
              </a:solidFill>
              <a:latin typeface="+mn-ea"/>
              <a:ea typeface="+mn-ea"/>
            </a:endParaRPr>
          </a:p>
        </p:txBody>
      </p:sp>
      <p:sp>
        <p:nvSpPr>
          <p:cNvPr id="7" name="사각형: 둥근 모서리 6"/>
          <p:cNvSpPr/>
          <p:nvPr/>
        </p:nvSpPr>
        <p:spPr>
          <a:xfrm>
            <a:off x="1783754" y="3347249"/>
            <a:ext cx="2122740" cy="1026947"/>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02</a:t>
            </a:r>
            <a:br>
              <a:rPr lang="en-US" altLang="ko-KR" sz="1600" b="1">
                <a:solidFill>
                  <a:srgbClr val="3c5dff"/>
                </a:solidFill>
                <a:latin typeface="+mj-ea"/>
                <a:ea typeface="+mj-ea"/>
              </a:rPr>
            </a:br>
            <a:r>
              <a:rPr lang="ko-KR" altLang="en-US" sz="1600" b="1">
                <a:solidFill>
                  <a:schemeClr val="dk1"/>
                </a:solidFill>
                <a:latin typeface="+mj-ea"/>
                <a:ea typeface="+mj-ea"/>
              </a:rPr>
              <a:t>독자의 자문</a:t>
            </a:r>
            <a:endParaRPr lang="ko-KR" altLang="en-US" sz="1600" b="1">
              <a:solidFill>
                <a:schemeClr val="dk1"/>
              </a:solidFill>
              <a:latin typeface="+mj-ea"/>
              <a:ea typeface="+mj-ea"/>
            </a:endParaRPr>
          </a:p>
        </p:txBody>
      </p:sp>
      <p:sp>
        <p:nvSpPr>
          <p:cNvPr id="8" name="사각형: 둥근 모서리 7"/>
          <p:cNvSpPr/>
          <p:nvPr/>
        </p:nvSpPr>
        <p:spPr>
          <a:xfrm>
            <a:off x="4067126" y="4490656"/>
            <a:ext cx="6149565" cy="1058985"/>
          </a:xfrm>
          <a:prstGeom prst="roundRect">
            <a:avLst>
              <a:gd name="adj" fmla="val 16667"/>
            </a:avLst>
          </a:prstGeom>
          <a:solidFill>
            <a:schemeClr val="lt1"/>
          </a:solidFill>
          <a:ln w="0">
            <a:solidFill>
              <a:schemeClr val="accent5"/>
            </a:solidFill>
          </a:ln>
        </p:spPr>
        <p:style>
          <a:lnRef idx="2">
            <a:schemeClr val="accent1">
              <a:alpha val="90000"/>
              <a:tint val="40000"/>
            </a:schemeClr>
          </a:lnRef>
          <a:fillRef idx="1">
            <a:schemeClr val="accent1">
              <a:alpha val="90000"/>
              <a:tint val="40000"/>
            </a:schemeClr>
          </a:fillRef>
          <a:effectRef idx="0">
            <a:srgbClr val="000000"/>
          </a:effectRef>
          <a:fontRef idx="minor">
            <a:schemeClr val="dk1"/>
          </a:fontRef>
        </p:style>
        <p:txBody>
          <a:bodyPr vert="horz" lIns="247650" tIns="123825" rIns="247650" bIns="123825" anchor="ctr" anchorCtr="0">
            <a:normAutofit fontScale="92500"/>
          </a:bodyPr>
          <a:lstStyle>
            <a:lvl2pPr marL="457200" indent="0" algn="l" defTabSz="58993" rtl="0">
              <a:lnSpc>
                <a:spcPct val="100000"/>
              </a:lnSpc>
              <a:spcBef>
                <a:spcPct val="0"/>
              </a:spcBef>
              <a:spcAft>
                <a:spcPts val="0"/>
              </a:spcAft>
              <a:defRPr kumimoji="0" sz="1800" b="0" i="0" u="none" strike="noStrike" kern="1200" cap="none" spc="0" normalizeH="0" baseline="0">
                <a:solidFill>
                  <a:schemeClr val="dk1"/>
                </a:solidFill>
              </a:defRPr>
            </a:lvl2pPr>
          </a:lstStyle>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Calibri"/>
                <a:ea typeface="맑은 고딕"/>
              </a:rPr>
              <a:t>반려동물이나 가까운 사람과의 이별을 경험한 독자는 조시 어머니의 심정에 더 공감하며 읽을 수 있음</a:t>
            </a:r>
            <a:endParaRPr lang="ko-KR" altLang="en-US" sz="1200">
              <a:solidFill>
                <a:schemeClr val="dk1"/>
              </a:solidFill>
              <a:latin typeface="Calibri"/>
              <a:ea typeface="맑은 고딕"/>
            </a:endParaRPr>
          </a:p>
          <a:p>
            <a:pPr marL="618300" lvl="1" indent="-186300" algn="l" latinLnBrk="1">
              <a:lnSpc>
                <a:spcPct val="120000"/>
              </a:lnSpc>
              <a:spcAft>
                <a:spcPct val="15000"/>
              </a:spcAft>
              <a:buClr>
                <a:schemeClr val="accent3"/>
              </a:buClr>
              <a:buFont typeface="Arial"/>
              <a:buChar char="•"/>
              <a:defRPr/>
            </a:pPr>
            <a:r>
              <a:rPr lang="ko-KR" altLang="en-US" sz="1200">
                <a:solidFill>
                  <a:schemeClr val="dk1"/>
                </a:solidFill>
                <a:latin typeface="Calibri"/>
                <a:ea typeface="맑은 고딕"/>
              </a:rPr>
              <a:t>이처럼 이 작품은 각기 다른 삶의 경험을 가진 독자들이 자신의 경험과 연결하여 다양한 관점으로 작품을 감상할 수 있도록 도움</a:t>
            </a:r>
            <a:endParaRPr lang="ko-KR" altLang="en-US" sz="1200">
              <a:solidFill>
                <a:schemeClr val="dk1"/>
              </a:solidFill>
              <a:latin typeface="Calibri"/>
              <a:ea typeface="맑은 고딕"/>
            </a:endParaRPr>
          </a:p>
        </p:txBody>
      </p:sp>
      <p:sp>
        <p:nvSpPr>
          <p:cNvPr id="9" name="사각형: 둥근 모서리 8"/>
          <p:cNvSpPr/>
          <p:nvPr/>
        </p:nvSpPr>
        <p:spPr>
          <a:xfrm>
            <a:off x="1783754" y="4490656"/>
            <a:ext cx="2122740" cy="1058985"/>
          </a:xfrm>
          <a:prstGeom prst="roundRect">
            <a:avLst>
              <a:gd name="adj" fmla="val 16667"/>
            </a:avLst>
          </a:prstGeom>
          <a:solidFill>
            <a:schemeClr val="accent6"/>
          </a:solidFill>
          <a:ln w="9525">
            <a:noFill/>
          </a:ln>
          <a:effectLst/>
        </p:spPr>
        <p:style>
          <a:lnRef idx="2">
            <a:schemeClr val="accent1"/>
          </a:lnRef>
          <a:fillRef idx="1">
            <a:schemeClr val="accent1"/>
          </a:fillRef>
          <a:effectRef idx="0">
            <a:srgbClr val="000000"/>
          </a:effectRef>
          <a:fontRef idx="minor">
            <a:schemeClr val="lt1"/>
          </a:fontRef>
        </p:style>
        <p:txBody>
          <a:bodyPr vert="horz" lIns="60960" tIns="30480" rIns="60960" bIns="30480" anchor="ctr" anchorCtr="0">
            <a:normAutofit/>
          </a:bodyPr>
          <a:lstStyle>
            <a:lvl1pPr marL="0" indent="0" algn="l" defTabSz="58993" rtl="0">
              <a:lnSpc>
                <a:spcPct val="100000"/>
              </a:lnSpc>
              <a:spcBef>
                <a:spcPct val="0"/>
              </a:spcBef>
              <a:spcAft>
                <a:spcPts val="0"/>
              </a:spcAft>
              <a:defRPr kumimoji="0" sz="1800" b="0" i="0" u="none" strike="noStrike" kern="1200" cap="none" spc="0" normalizeH="0" baseline="0">
                <a:solidFill>
                  <a:schemeClr val="lt1"/>
                </a:solidFill>
              </a:defRPr>
            </a:lvl1pPr>
          </a:lstStyle>
          <a:p>
            <a:pPr marL="108000" lvl="0" algn="l" latinLnBrk="1">
              <a:lnSpc>
                <a:spcPct val="120000"/>
              </a:lnSpc>
              <a:spcAft>
                <a:spcPct val="35000"/>
              </a:spcAft>
              <a:defRPr/>
            </a:pPr>
            <a:r>
              <a:rPr lang="en-US" altLang="ko-KR" sz="1600" b="1">
                <a:solidFill>
                  <a:schemeClr val="accent1"/>
                </a:solidFill>
                <a:latin typeface="+mj-ea"/>
                <a:ea typeface="+mj-ea"/>
              </a:rPr>
              <a:t>03</a:t>
            </a:r>
            <a:br>
              <a:rPr lang="en-US" altLang="ko-KR" sz="1600" b="1">
                <a:solidFill>
                  <a:srgbClr val="3c5dff"/>
                </a:solidFill>
                <a:latin typeface="+mj-ea"/>
                <a:ea typeface="+mj-ea"/>
              </a:rPr>
            </a:br>
            <a:r>
              <a:rPr lang="ko-KR" altLang="en-US" sz="1600" b="1">
                <a:solidFill>
                  <a:schemeClr val="dk1"/>
                </a:solidFill>
                <a:latin typeface="+mj-ea"/>
                <a:ea typeface="+mj-ea"/>
              </a:rPr>
              <a:t>독자의 반응</a:t>
            </a:r>
            <a:endParaRPr lang="ko-KR" altLang="en-US" sz="1600" b="1">
              <a:solidFill>
                <a:schemeClr val="dk1"/>
              </a:solidFill>
              <a:latin typeface="+mj-ea"/>
              <a:ea typeface="+mj-ea"/>
            </a:endParaRPr>
          </a:p>
        </p:txBody>
      </p:sp>
    </p:spTree>
    <p:extLst>
      <p:ext uri="{BB962C8B-B14F-4D97-AF65-F5344CB8AC3E}">
        <p14:creationId xmlns:p14="http://schemas.microsoft.com/office/powerpoint/2010/main" val="1390291831"/>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2" name="다이어그램 1"/>
          <p:cNvGraphicFramePr/>
          <p:nvPr/>
        </p:nvGraphicFramePr>
        <p:xfrm>
          <a:off x="2495600" y="2279014"/>
          <a:ext cx="7200800" cy="1870066"/>
        </p:xfrm>
        <a:graphic>
          <a:graphicData uri="http://schemas.openxmlformats.org/drawingml/2006/diagram">
            <dgm:relIds r:dm="rId6" r:lo="rId5" r:qs="rId4" r:cs="rId3"/>
          </a:graphicData>
        </a:graphic>
      </p:graphicFrame>
      <p:sp>
        <p:nvSpPr>
          <p:cNvPr id="3" name="TextBox 41"/>
          <p:cNvSpPr txBox="1"/>
          <p:nvPr/>
        </p:nvSpPr>
        <p:spPr>
          <a:xfrm>
            <a:off x="2495600" y="4581128"/>
            <a:ext cx="7200800" cy="414024"/>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gn="ctr">
              <a:lnSpc>
                <a:spcPct val="150000"/>
              </a:lnSpc>
              <a:defRPr/>
            </a:pPr>
            <a:r>
              <a:rPr lang="ko-KR" altLang="en-US" sz="1600" b="1">
                <a:solidFill>
                  <a:schemeClr val="accent1"/>
                </a:solidFill>
                <a:latin typeface="+mj-ea"/>
                <a:ea typeface="+mj-ea"/>
              </a:rPr>
              <a:t>탐구를 통해 깨달은 점</a:t>
            </a:r>
            <a:endParaRPr lang="ko-KR" altLang="en-US" sz="1600" b="1">
              <a:solidFill>
                <a:schemeClr val="accent1"/>
              </a:solidFill>
              <a:latin typeface="+mj-ea"/>
              <a:ea typeface="+mj-ea"/>
            </a:endParaRPr>
          </a:p>
        </p:txBody>
      </p:sp>
      <p:sp>
        <p:nvSpPr>
          <p:cNvPr id="4" name="TextBox 42"/>
          <p:cNvSpPr txBox="1"/>
          <p:nvPr/>
        </p:nvSpPr>
        <p:spPr>
          <a:xfrm>
            <a:off x="2495600" y="5067085"/>
            <a:ext cx="7200800" cy="518283"/>
          </a:xfrm>
          <a:prstGeom prst="rect">
            <a:avLst/>
          </a:prstGeom>
          <a:noFill/>
        </p:spPr>
        <p:txBody>
          <a:bodyPr wrap="square" lIns="0" tIns="0" rIns="0" bIns="0" anchor="ctr">
            <a:no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lgn="ctr" latinLnBrk="1">
              <a:lnSpc>
                <a:spcPct val="150000"/>
              </a:lnSpc>
              <a:defRPr/>
            </a:pPr>
            <a:r>
              <a:rPr lang="ko-KR" altLang="en-US" sz="900" b="0">
                <a:latin typeface="+mn-ea"/>
                <a:ea typeface="+mn-ea"/>
              </a:rPr>
              <a:t>인공지능은 인간에 대한 이해와 윤리적 책임이 함께 뒷받침되어야 한다는 점을 깨달았음. 앞으로 인공지능 개발자를 목표로 하는 과정에서도 인간에게 긍정적인 가치를 제공하고 사회적 영향을 고려하는 개발자가 되기 위해 노력하고자 함. 이번 탐구는 기술과 인간이 조화롭게 공존하기 위한 방향을 고민해 보는 의미 있는 경험이었음.</a:t>
            </a:r>
            <a:endParaRPr lang="ko-KR" altLang="en-US" sz="900" b="0">
              <a:latin typeface="+mn-ea"/>
              <a:ea typeface="+mn-ea"/>
            </a:endParaRPr>
          </a:p>
          <a:p>
            <a:pPr lvl="0" algn="ctr" latinLnBrk="1">
              <a:lnSpc>
                <a:spcPct val="150000"/>
              </a:lnSpc>
              <a:defRPr/>
            </a:pPr>
            <a:endParaRPr lang="ko-KR" altLang="en-US" sz="900" b="0">
              <a:latin typeface="+mn-ea"/>
              <a:ea typeface="+mn-ea"/>
            </a:endParaRPr>
          </a:p>
        </p:txBody>
      </p:sp>
      <p:sp>
        <p:nvSpPr>
          <p:cNvPr id="5" name="TextBox 4"/>
          <p:cNvSpPr txBox="1"/>
          <p:nvPr/>
        </p:nvSpPr>
        <p:spPr>
          <a:xfrm>
            <a:off x="696000" y="547042"/>
            <a:ext cx="10800000" cy="646331"/>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lvl="0">
              <a:defRPr/>
            </a:pPr>
            <a:r>
              <a:rPr kumimoji="1" lang="ko-KR" altLang="en-US" sz="3600" b="1">
                <a:solidFill>
                  <a:schemeClr val="accent1"/>
                </a:solidFill>
                <a:latin typeface="+mj-ea"/>
                <a:ea typeface="+mj-ea"/>
              </a:rPr>
              <a:t>결론</a:t>
            </a:r>
            <a:endParaRPr kumimoji="1" lang="ko-KR" altLang="en-US" sz="3600" b="1">
              <a:solidFill>
                <a:schemeClr val="accent1"/>
              </a:solidFill>
              <a:latin typeface="+mj-ea"/>
              <a:ea typeface="+mj-ea"/>
            </a:endParaRPr>
          </a:p>
        </p:txBody>
      </p:sp>
      <p:sp>
        <p:nvSpPr>
          <p:cNvPr id="6" name="TextBox 5"/>
          <p:cNvSpPr txBox="1"/>
          <p:nvPr/>
        </p:nvSpPr>
        <p:spPr>
          <a:xfrm>
            <a:off x="696000" y="1288534"/>
            <a:ext cx="10800000" cy="519500"/>
          </a:xfrm>
          <a:prstGeom prst="rect">
            <a:avLst/>
          </a:prstGeom>
          <a:noFill/>
        </p:spPr>
        <p:txBody>
          <a:bodyPr wrap="square" lIns="0" tIns="0" rIns="0" bIns="0">
            <a:normAutofit/>
          </a:bodyPr>
          <a:lstStyle>
            <a:lvl1pPr marL="0" indent="0" algn="l" defTabSz="232257" rtl="0">
              <a:lnSpc>
                <a:spcPct val="100000"/>
              </a:lnSpc>
              <a:spcBef>
                <a:spcPct val="0"/>
              </a:spcBef>
              <a:spcAft>
                <a:spcPts val="0"/>
              </a:spcAft>
              <a:defRPr kumimoji="0" sz="1800" b="0" i="0" u="none" strike="noStrike" kern="1200" cap="none" spc="0" normalizeH="0" baseline="0">
                <a:solidFill>
                  <a:schemeClr val="tx1"/>
                </a:solidFill>
              </a:defRPr>
            </a:lvl1pPr>
          </a:lstStyle>
          <a:p>
            <a:pPr marL="36000" lvl="0">
              <a:defRPr/>
            </a:pPr>
            <a:r>
              <a:rPr kumimoji="1" lang="en-US" altLang="ko-KR" sz="1600" b="1">
                <a:latin typeface="+mj-ea"/>
                <a:ea typeface="+mj-ea"/>
              </a:rPr>
              <a:t>4</a:t>
            </a:r>
            <a:r>
              <a:rPr kumimoji="1" lang="ko-KR" altLang="en-US" sz="1600" b="1">
                <a:latin typeface="+mj-ea"/>
                <a:ea typeface="+mj-ea"/>
              </a:rPr>
              <a:t>가지 관점으로 분석하는 </a:t>
            </a:r>
            <a:r>
              <a:rPr kumimoji="1" lang="en-US" altLang="ko-KR" sz="1600" b="1">
                <a:latin typeface="+mj-ea"/>
                <a:ea typeface="+mj-ea"/>
              </a:rPr>
              <a:t>‘</a:t>
            </a:r>
            <a:r>
              <a:rPr kumimoji="1" lang="ko-KR" altLang="en-US" sz="1600" b="1">
                <a:latin typeface="+mj-ea"/>
                <a:ea typeface="+mj-ea"/>
              </a:rPr>
              <a:t>클라라와 태양</a:t>
            </a:r>
            <a:r>
              <a:rPr kumimoji="1" lang="en-US" altLang="ko-KR" sz="1600" b="1">
                <a:latin typeface="+mj-ea"/>
                <a:ea typeface="+mj-ea"/>
              </a:rPr>
              <a:t>’</a:t>
            </a:r>
            <a:endParaRPr kumimoji="1" lang="ko-Kore-KR" altLang="en-US" sz="1600" b="1">
              <a:latin typeface="+mj-ea"/>
              <a:ea typeface="+mj-ea"/>
            </a:endParaRPr>
          </a:p>
        </p:txBody>
      </p:sp>
    </p:spTree>
    <p:extLst>
      <p:ext uri="{BB962C8B-B14F-4D97-AF65-F5344CB8AC3E}">
        <p14:creationId xmlns:p14="http://schemas.microsoft.com/office/powerpoint/2010/main" val="1528311856"/>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cxnSp>
        <p:nvCxnSpPr>
          <p:cNvPr id="2" name="선 1"/>
          <p:cNvCxnSpPr/>
          <p:nvPr userDrawn="1"/>
        </p:nvCxnSpPr>
        <p:spPr>
          <a:xfrm flipV="1">
            <a:off x="360123" y="360045"/>
            <a:ext cx="11471754" cy="10801"/>
          </a:xfrm>
          <a:prstGeom prst="line">
            <a:avLst/>
          </a:prstGeom>
          <a:ln>
            <a:solidFill>
              <a:srgbClr val="808080"/>
            </a:solidFill>
          </a:ln>
        </p:spPr>
        <p:style>
          <a:lnRef idx="1">
            <a:schemeClr val="accent1"/>
          </a:lnRef>
          <a:fillRef idx="0">
            <a:schemeClr val="accent1"/>
          </a:fillRef>
          <a:effectRef idx="0">
            <a:schemeClr val="accent1"/>
          </a:effectRef>
          <a:fontRef idx="minor">
            <a:schemeClr val="tx1"/>
          </a:fontRef>
        </p:style>
      </p:cxnSp>
      <p:sp>
        <p:nvSpPr>
          <p:cNvPr id="3" name="제목 3"/>
          <p:cNvSpPr txBox="1"/>
          <p:nvPr/>
        </p:nvSpPr>
        <p:spPr>
          <a:xfrm>
            <a:off x="1772055" y="2734235"/>
            <a:ext cx="8647890" cy="1025127"/>
          </a:xfrm>
          <a:prstGeom prst="rect">
            <a:avLst/>
          </a:prstGeom>
        </p:spPr>
        <p:txBody>
          <a:bodyPr vert="horz" lIns="91440" tIns="45720" rIns="91440" bIns="45720" anchor="ctr">
            <a:normAutofit/>
          </a:bodyPr>
          <a:lstStyle>
            <a:lvl1pPr marL="0" indent="0" algn="ctr" defTabSz="232257" rtl="0">
              <a:lnSpc>
                <a:spcPct val="100000"/>
              </a:lnSpc>
              <a:spcBef>
                <a:spcPct val="0"/>
              </a:spcBef>
              <a:spcAft>
                <a:spcPts val="0"/>
              </a:spcAft>
              <a:buNone/>
              <a:defRPr kumimoji="0" sz="4400" b="0" i="0" u="none" strike="noStrike" kern="1200" cap="none" spc="0" normalizeH="0" baseline="0">
                <a:solidFill>
                  <a:schemeClr val="tx1"/>
                </a:solidFill>
              </a:defRPr>
            </a:lvl1pPr>
          </a:lstStyle>
          <a:p>
            <a:pPr lvl="0">
              <a:defRPr/>
            </a:pPr>
            <a:r>
              <a:rPr lang="ko-KR" altLang="en-US" b="1">
                <a:solidFill>
                  <a:srgbClr val="4261f8"/>
                </a:solidFill>
                <a:latin typeface="+mj-ea"/>
              </a:rPr>
              <a:t>감사합니다</a:t>
            </a:r>
            <a:endParaRPr lang="ko-KR" altLang="en-US" b="1">
              <a:solidFill>
                <a:srgbClr val="4261f8"/>
              </a:solidFill>
              <a:latin typeface="+mj-ea"/>
            </a:endParaRPr>
          </a:p>
        </p:txBody>
      </p:sp>
      <p:sp>
        <p:nvSpPr>
          <p:cNvPr id="4" name="제목 3"/>
          <p:cNvSpPr txBox="1"/>
          <p:nvPr/>
        </p:nvSpPr>
        <p:spPr>
          <a:xfrm>
            <a:off x="1772055" y="3778347"/>
            <a:ext cx="8647890" cy="345418"/>
          </a:xfrm>
          <a:prstGeom prst="rect">
            <a:avLst/>
          </a:prstGeom>
        </p:spPr>
        <p:txBody>
          <a:bodyPr vert="horz" lIns="91440" tIns="45720" rIns="91440" bIns="45720" anchor="ctr">
            <a:normAutofit/>
          </a:bodyPr>
          <a:lstStyle>
            <a:lvl1pPr marL="0" indent="0" algn="ctr" defTabSz="232257" rtl="0">
              <a:lnSpc>
                <a:spcPct val="100000"/>
              </a:lnSpc>
              <a:spcBef>
                <a:spcPct val="0"/>
              </a:spcBef>
              <a:spcAft>
                <a:spcPts val="0"/>
              </a:spcAft>
              <a:buNone/>
              <a:defRPr kumimoji="0" sz="4400" b="0" i="0" u="none" strike="noStrike" kern="1200" cap="none" spc="0" normalizeH="0" baseline="0">
                <a:solidFill>
                  <a:schemeClr val="tx1"/>
                </a:solidFill>
              </a:defRPr>
            </a:lvl1pPr>
          </a:lstStyle>
          <a:p>
            <a:pPr lvl="0">
              <a:defRPr/>
            </a:pPr>
            <a:r>
              <a:rPr lang="en-US" altLang="ko-KR" sz="1600">
                <a:solidFill>
                  <a:srgbClr val="323232"/>
                </a:solidFill>
                <a:latin typeface="+mj-ea"/>
              </a:rPr>
              <a:t>4</a:t>
            </a:r>
            <a:r>
              <a:rPr lang="ko-KR" altLang="en-US" sz="1600">
                <a:solidFill>
                  <a:srgbClr val="323232"/>
                </a:solidFill>
                <a:latin typeface="+mj-ea"/>
              </a:rPr>
              <a:t>가지 맥락으로 분석하는 ‘클라라와 태양’</a:t>
            </a:r>
            <a:endParaRPr lang="ko-KR" altLang="en-US" sz="1600">
              <a:solidFill>
                <a:srgbClr val="323232"/>
              </a:solidFill>
              <a:latin typeface="+mj-ea"/>
            </a:endParaRPr>
          </a:p>
        </p:txBody>
      </p:sp>
    </p:spTree>
    <p:extLst>
      <p:ext uri="{BB962C8B-B14F-4D97-AF65-F5344CB8AC3E}">
        <p14:creationId xmlns:p14="http://schemas.microsoft.com/office/powerpoint/2010/main" val="4064759428"/>
      </p:ext>
    </p:extLst>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700">
        <p:fade/>
      </p:transition>
    </mc:Choice>
    <mc:Fallback>
      <p:transition xmlns:mc="http://schemas.openxmlformats.org/markup-compatibility/2006" xmlns:hp="http://schemas.haansoft.com/office/presentation/8.0" mc:Ignorable="hp" hp:hslDur="700">
        <p:fade/>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a:clrScheme name="디자인마당">
    <a:dk1>
      <a:srgbClr val="323232"/>
    </a:dk1>
    <a:lt1>
      <a:srgbClr val="ffffff"/>
    </a:lt1>
    <a:dk2>
      <a:srgbClr val="8492a4"/>
    </a:dk2>
    <a:lt2>
      <a:srgbClr val="ffcd03"/>
    </a:lt2>
    <a:accent1>
      <a:srgbClr val="4261f8"/>
    </a:accent1>
    <a:accent2>
      <a:srgbClr val="ff3482"/>
    </a:accent2>
    <a:accent3>
      <a:srgbClr val="9aa4b1"/>
    </a:accent3>
    <a:accent4>
      <a:srgbClr val="00c1ff"/>
    </a:accent4>
    <a:accent5>
      <a:srgbClr val="d5dce3"/>
    </a:accent5>
    <a:accent6>
      <a:srgbClr val="f0f2f6"/>
    </a:accent6>
    <a:hlink>
      <a:srgbClr val="00ffff"/>
    </a:hlink>
    <a:folHlink>
      <a:srgbClr val="525c73"/>
    </a:folHlink>
  </a:clrScheme>
</a:themeOverride>
</file>

<file path=ppt/theme/themeOverride2.xml><?xml version="1.0" encoding="utf-8"?>
<a:themeOverrid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a:clrScheme name="디자인마당">
    <a:dk1>
      <a:srgbClr val="323232"/>
    </a:dk1>
    <a:lt1>
      <a:srgbClr val="ffffff"/>
    </a:lt1>
    <a:dk2>
      <a:srgbClr val="8492a4"/>
    </a:dk2>
    <a:lt2>
      <a:srgbClr val="ffcd03"/>
    </a:lt2>
    <a:accent1>
      <a:srgbClr val="4261f8"/>
    </a:accent1>
    <a:accent2>
      <a:srgbClr val="ff3482"/>
    </a:accent2>
    <a:accent3>
      <a:srgbClr val="9aa4b1"/>
    </a:accent3>
    <a:accent4>
      <a:srgbClr val="00c1ff"/>
    </a:accent4>
    <a:accent5>
      <a:srgbClr val="d5dce3"/>
    </a:accent5>
    <a:accent6>
      <a:srgbClr val="f0f2f6"/>
    </a:accent6>
    <a:hlink>
      <a:srgbClr val="00ffff"/>
    </a:hlink>
    <a:folHlink>
      <a:srgbClr val="525c73"/>
    </a:folHlink>
  </a:clrScheme>
</a:themeOverride>
</file>

<file path=ppt/theme/themeOverride3.xml><?xml version="1.0" encoding="utf-8"?>
<a:themeOverrid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a:clrScheme name="디자인마당">
    <a:dk1>
      <a:srgbClr val="323232"/>
    </a:dk1>
    <a:lt1>
      <a:srgbClr val="ffffff"/>
    </a:lt1>
    <a:dk2>
      <a:srgbClr val="8492a4"/>
    </a:dk2>
    <a:lt2>
      <a:srgbClr val="ffcd03"/>
    </a:lt2>
    <a:accent1>
      <a:srgbClr val="4261f8"/>
    </a:accent1>
    <a:accent2>
      <a:srgbClr val="ff3482"/>
    </a:accent2>
    <a:accent3>
      <a:srgbClr val="9aa4b1"/>
    </a:accent3>
    <a:accent4>
      <a:srgbClr val="00c1ff"/>
    </a:accent4>
    <a:accent5>
      <a:srgbClr val="d5dce3"/>
    </a:accent5>
    <a:accent6>
      <a:srgbClr val="f0f2f6"/>
    </a:accent6>
    <a:hlink>
      <a:srgbClr val="00ffff"/>
    </a:hlink>
    <a:folHlink>
      <a:srgbClr val="525c73"/>
    </a:folHlink>
  </a:clrScheme>
</a:themeOverride>
</file>

<file path=ppt/theme/themeOverride4.xml><?xml version="1.0" encoding="utf-8"?>
<a:themeOverrid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a:clrScheme name="디자인마당">
    <a:dk1>
      <a:srgbClr val="323232"/>
    </a:dk1>
    <a:lt1>
      <a:srgbClr val="ffffff"/>
    </a:lt1>
    <a:dk2>
      <a:srgbClr val="8492a4"/>
    </a:dk2>
    <a:lt2>
      <a:srgbClr val="ffcd03"/>
    </a:lt2>
    <a:accent1>
      <a:srgbClr val="4261f8"/>
    </a:accent1>
    <a:accent2>
      <a:srgbClr val="ff3482"/>
    </a:accent2>
    <a:accent3>
      <a:srgbClr val="9aa4b1"/>
    </a:accent3>
    <a:accent4>
      <a:srgbClr val="00c1ff"/>
    </a:accent4>
    <a:accent5>
      <a:srgbClr val="d5dce3"/>
    </a:accent5>
    <a:accent6>
      <a:srgbClr val="f0f2f6"/>
    </a:accent6>
    <a:hlink>
      <a:srgbClr val="00ffff"/>
    </a:hlink>
    <a:folHlink>
      <a:srgbClr val="525c73"/>
    </a:folHlink>
  </a:clrScheme>
</a:themeOverride>
</file>

<file path=ppt/theme/themeOverride5.xml><?xml version="1.0" encoding="utf-8"?>
<a:themeOverrid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a:clrScheme name="디자인마당">
    <a:dk1>
      <a:srgbClr val="323232"/>
    </a:dk1>
    <a:lt1>
      <a:srgbClr val="ffffff"/>
    </a:lt1>
    <a:dk2>
      <a:srgbClr val="8492a4"/>
    </a:dk2>
    <a:lt2>
      <a:srgbClr val="ffcd03"/>
    </a:lt2>
    <a:accent1>
      <a:srgbClr val="4261f8"/>
    </a:accent1>
    <a:accent2>
      <a:srgbClr val="ff3482"/>
    </a:accent2>
    <a:accent3>
      <a:srgbClr val="9aa4b1"/>
    </a:accent3>
    <a:accent4>
      <a:srgbClr val="00c1ff"/>
    </a:accent4>
    <a:accent5>
      <a:srgbClr val="d5dce3"/>
    </a:accent5>
    <a:accent6>
      <a:srgbClr val="f0f2f6"/>
    </a:accent6>
    <a:hlink>
      <a:srgbClr val="00ffff"/>
    </a:hlink>
    <a:folHlink>
      <a:srgbClr val="525c73"/>
    </a:folHlink>
  </a:clrScheme>
</a:themeOverride>
</file>

<file path=ppt/theme/themeOverride6.xml><?xml version="1.0" encoding="utf-8"?>
<a:themeOverrid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a:clrScheme name="디자인마당">
    <a:dk1>
      <a:srgbClr val="323232"/>
    </a:dk1>
    <a:lt1>
      <a:srgbClr val="ffffff"/>
    </a:lt1>
    <a:dk2>
      <a:srgbClr val="8492a4"/>
    </a:dk2>
    <a:lt2>
      <a:srgbClr val="ffcd03"/>
    </a:lt2>
    <a:accent1>
      <a:srgbClr val="4261f8"/>
    </a:accent1>
    <a:accent2>
      <a:srgbClr val="ff3482"/>
    </a:accent2>
    <a:accent3>
      <a:srgbClr val="9aa4b1"/>
    </a:accent3>
    <a:accent4>
      <a:srgbClr val="00c1ff"/>
    </a:accent4>
    <a:accent5>
      <a:srgbClr val="d5dce3"/>
    </a:accent5>
    <a:accent6>
      <a:srgbClr val="f0f2f6"/>
    </a:accent6>
    <a:hlink>
      <a:srgbClr val="00ffff"/>
    </a:hlink>
    <a:folHlink>
      <a:srgbClr val="525c73"/>
    </a:folHlink>
  </a:clrScheme>
</a:themeOverride>
</file>

<file path=ppt/theme/themeOverride7.xml><?xml version="1.0" encoding="utf-8"?>
<a:themeOverrid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a:clrScheme name="디자인마당">
    <a:dk1>
      <a:srgbClr val="323232"/>
    </a:dk1>
    <a:lt1>
      <a:srgbClr val="ffffff"/>
    </a:lt1>
    <a:dk2>
      <a:srgbClr val="8492a4"/>
    </a:dk2>
    <a:lt2>
      <a:srgbClr val="ffcd03"/>
    </a:lt2>
    <a:accent1>
      <a:srgbClr val="4261f8"/>
    </a:accent1>
    <a:accent2>
      <a:srgbClr val="ff3482"/>
    </a:accent2>
    <a:accent3>
      <a:srgbClr val="9aa4b1"/>
    </a:accent3>
    <a:accent4>
      <a:srgbClr val="00c1ff"/>
    </a:accent4>
    <a:accent5>
      <a:srgbClr val="d5dce3"/>
    </a:accent5>
    <a:accent6>
      <a:srgbClr val="f0f2f6"/>
    </a:accent6>
    <a:hlink>
      <a:srgbClr val="00ffff"/>
    </a:hlink>
    <a:folHlink>
      <a:srgbClr val="525c73"/>
    </a:folHlink>
  </a:clrScheme>
</a:themeOverrid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683</ep:Words>
  <ep:PresentationFormat>화면 슬라이드 쇼(4:3)</ep:PresentationFormat>
  <ep:Paragraphs>111</ep:Paragraphs>
  <ep:Slides>11</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11</vt:i4>
      </vt:variant>
    </vt:vector>
  </ep:HeadingPairs>
  <ep:TitlesOfParts>
    <vt:vector size="12" baseType="lpstr">
      <vt:lpstr>한컴오피스</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2026-07-04T12:31:00.456</dcterms:created>
  <dc:creator>DongGeon</dc:creator>
  <cp:lastModifiedBy>DongGeon</cp:lastModifiedBy>
  <dcterms:modified xsi:type="dcterms:W3CDTF">2026-07-04T15:52:06.739</dcterms:modified>
  <cp:revision>84</cp:revision>
  <cp:version>13.0.0.3621</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