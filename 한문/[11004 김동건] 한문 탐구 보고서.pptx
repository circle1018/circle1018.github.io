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93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877"/>
        <p:guide pos="2157"/>
      </p:guideLst>
    </p:cSldViewPr>
  </p:notes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6606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가로 글상자 7"/>
          <p:cNvSpPr txBox="1"/>
          <p:nvPr userDrawn="1"/>
        </p:nvSpPr>
        <p:spPr>
          <a:xfrm>
            <a:off x="360044" y="997595"/>
            <a:ext cx="1931671" cy="335691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1600"/>
              <a:t>대충 인공지능 원리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14124296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82475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선 11"/>
          <p:cNvCxnSpPr>
            <a:endCxn id="13" idx="1"/>
          </p:cNvCxnSpPr>
          <p:nvPr userDrawn="1"/>
        </p:nvCxnSpPr>
        <p:spPr>
          <a:xfrm flipV="1">
            <a:off x="360123" y="6487157"/>
            <a:ext cx="10087030" cy="10798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가로 글상자 12"/>
          <p:cNvSpPr txBox="1"/>
          <p:nvPr userDrawn="1"/>
        </p:nvSpPr>
        <p:spPr>
          <a:xfrm>
            <a:off x="10447153" y="6318243"/>
            <a:ext cx="1436236" cy="337827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1600">
                <a:latin typeface="한컴 고딕"/>
                <a:ea typeface="한컴 고딕"/>
              </a:rPr>
              <a:t>11004</a:t>
            </a:r>
            <a:r>
              <a:rPr lang="ko-KR" altLang="en-US" sz="1600">
                <a:latin typeface="한컴 고딕"/>
                <a:ea typeface="한컴 고딕"/>
              </a:rPr>
              <a:t> 김동건</a:t>
            </a:r>
            <a:endParaRPr lang="ko-KR" altLang="en-US" sz="1600">
              <a:latin typeface="한컴 고딕"/>
              <a:ea typeface="한컴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55111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빛">
      <a:dk1>
        <a:sysClr val="windowText" lastClr="000000"/>
      </a:dk1>
      <a:lt1>
        <a:sysClr val="window" lastClr="ffffff"/>
      </a:lt1>
      <a:dk2>
        <a:srgbClr val="3a3936"/>
      </a:dk2>
      <a:lt2>
        <a:srgbClr val="75736c"/>
      </a:lt2>
      <a:accent1>
        <a:srgbClr val="cc0000"/>
      </a:accent1>
      <a:accent2>
        <a:srgbClr val="820000"/>
      </a:accent2>
      <a:accent3>
        <a:srgbClr val="ff6600"/>
      </a:accent3>
      <a:accent4>
        <a:srgbClr val="ff8837"/>
      </a:accent4>
      <a:accent5>
        <a:srgbClr val="ffc000"/>
      </a:accent5>
      <a:accent6>
        <a:srgbClr val="dea900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0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2026-07-04T12:31:00.456</dcterms:created>
  <dc:creator>DongGeon</dc:creator>
  <cp:lastModifiedBy>DongGeon</cp:lastModifiedBy>
  <dcterms:modified xsi:type="dcterms:W3CDTF">2026-07-06T13:23:32.335</dcterms:modified>
  <cp:revision>86</cp:revision>
  <cp:version>13.0.0.3621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